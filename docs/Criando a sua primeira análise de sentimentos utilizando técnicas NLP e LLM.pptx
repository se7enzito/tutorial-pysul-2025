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Lst>
  <p:sldSz cy="5664200" cx="10071100"/>
  <p:notesSz cx="6858000" cy="9144000"/>
  <p:embeddedFontLst>
    <p:embeddedFont>
      <p:font typeface="Montserrat"/>
      <p:regular r:id="rId43"/>
      <p:bold r:id="rId44"/>
      <p:italic r:id="rId45"/>
      <p:boldItalic r:id="rId46"/>
    </p:embeddedFont>
    <p:embeddedFont>
      <p:font typeface="Cinzel ExtraBold"/>
      <p:bold r:id="rId47"/>
    </p:embeddedFont>
    <p:embeddedFont>
      <p:font typeface="Cinzel"/>
      <p:regular r:id="rId48"/>
      <p:bold r:id="rId49"/>
    </p:embeddedFont>
    <p:embeddedFont>
      <p:font typeface="Roboto Mono"/>
      <p:regular r:id="rId50"/>
      <p:bold r:id="rId51"/>
      <p:italic r:id="rId52"/>
      <p:boldItalic r:id="rId53"/>
    </p:embeddedFont>
    <p:embeddedFont>
      <p:font typeface="Comfortaa Medium"/>
      <p:regular r:id="rId54"/>
      <p:bold r:id="rId55"/>
    </p:embeddedFont>
    <p:embeddedFont>
      <p:font typeface="Comfortaa"/>
      <p:regular r:id="rId56"/>
      <p:bold r:id="rId5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58" roundtripDataSignature="AMtx7mg3vMt+o/S8gJLbM1FdfAHr4gxSC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6D3242E-587E-4C4E-8B46-1F2EE4ED68B7}">
  <a:tblStyle styleId="{36D3242E-587E-4C4E-8B46-1F2EE4ED68B7}"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font" Target="fonts/Montserrat-bold.fntdata"/><Relationship Id="rId43" Type="http://schemas.openxmlformats.org/officeDocument/2006/relationships/font" Target="fonts/Montserrat-regular.fntdata"/><Relationship Id="rId46" Type="http://schemas.openxmlformats.org/officeDocument/2006/relationships/font" Target="fonts/Montserrat-boldItalic.fntdata"/><Relationship Id="rId45" Type="http://schemas.openxmlformats.org/officeDocument/2006/relationships/font" Target="fonts/Montserrat-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Cinzel-regular.fntdata"/><Relationship Id="rId47" Type="http://schemas.openxmlformats.org/officeDocument/2006/relationships/font" Target="fonts/CinzelExtraBold-bold.fntdata"/><Relationship Id="rId49" Type="http://schemas.openxmlformats.org/officeDocument/2006/relationships/font" Target="fonts/Cinzel-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RobotoMono-bold.fntdata"/><Relationship Id="rId50" Type="http://schemas.openxmlformats.org/officeDocument/2006/relationships/font" Target="fonts/RobotoMono-regular.fntdata"/><Relationship Id="rId53" Type="http://schemas.openxmlformats.org/officeDocument/2006/relationships/font" Target="fonts/RobotoMono-boldItalic.fntdata"/><Relationship Id="rId52" Type="http://schemas.openxmlformats.org/officeDocument/2006/relationships/font" Target="fonts/RobotoMono-italic.fntdata"/><Relationship Id="rId11" Type="http://schemas.openxmlformats.org/officeDocument/2006/relationships/slide" Target="slides/slide5.xml"/><Relationship Id="rId55" Type="http://schemas.openxmlformats.org/officeDocument/2006/relationships/font" Target="fonts/ComfortaaMedium-bold.fntdata"/><Relationship Id="rId10" Type="http://schemas.openxmlformats.org/officeDocument/2006/relationships/slide" Target="slides/slide4.xml"/><Relationship Id="rId54" Type="http://schemas.openxmlformats.org/officeDocument/2006/relationships/font" Target="fonts/ComfortaaMedium-regular.fntdata"/><Relationship Id="rId13" Type="http://schemas.openxmlformats.org/officeDocument/2006/relationships/slide" Target="slides/slide7.xml"/><Relationship Id="rId57" Type="http://schemas.openxmlformats.org/officeDocument/2006/relationships/font" Target="fonts/Comfortaa-bold.fntdata"/><Relationship Id="rId12" Type="http://schemas.openxmlformats.org/officeDocument/2006/relationships/slide" Target="slides/slide6.xml"/><Relationship Id="rId56" Type="http://schemas.openxmlformats.org/officeDocument/2006/relationships/font" Target="fonts/Comfortaa-regular.fntdata"/><Relationship Id="rId15" Type="http://schemas.openxmlformats.org/officeDocument/2006/relationships/slide" Target="slides/slide9.xml"/><Relationship Id="rId14" Type="http://schemas.openxmlformats.org/officeDocument/2006/relationships/slide" Target="slides/slide8.xml"/><Relationship Id="rId58" Type="http://customschemas.google.com/relationships/presentationmetadata" Target="meta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a39b102941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a39b10294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a39b102941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a39b102941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a39b102941_1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a39b102941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Falar também sobre o grande paradigma do PLN, que é sua caracterização de contextos culturais, socioeconomicos e emocionais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a39b102941_1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a39b102941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a39b102941_1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a39b102941_1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a39b102941_1_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a39b102941_1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a39b102941_1_4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a39b102941_1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a39b102941_1_5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a39b102941_1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a39b102941_1_5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a39b102941_1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a39b102941_1_6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a39b102941_1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a5539bd192_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a5539bd192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a39b102941_1_7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a39b102941_1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a39b102941_1_8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a39b102941_1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a39b102941_1_8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a39b102941_1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a5539bd192_0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a5539bd192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a39b102941_1_9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a39b102941_1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a5539bd192_0_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a5539bd192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a5539bd192_0_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a5539bd192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a39b102941_1_10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a39b102941_1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a5539bd192_0_4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a5539bd192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a39b102941_1_1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a39b102941_1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a5539bd192_0_5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a5539bd192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a39b102941_1_1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a39b102941_1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a39b102941_1_1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3a39b102941_1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a39b102941_1_1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a39b102941_1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a39b102941_1_1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3a39b102941_1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a39b102941_1_14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a39b102941_1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a39b102941_1_15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3a39b102941_1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a39b102941_1_16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3a39b102941_1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a39b102941_1_17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a39b102941_1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a39b102941_1_18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3a39b102941_1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a39b102941_1_18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3a39b102941_1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a39b102941_1_19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3a39b102941_1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a39b102941_1_19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3a39b102941_1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3a39b102941_1_20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3a39b102941_1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a39b102941_1_2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3a39b102941_1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_1">
    <p:spTree>
      <p:nvGrpSpPr>
        <p:cNvPr id="9" name="Shape 9"/>
        <p:cNvGrpSpPr/>
        <p:nvPr/>
      </p:nvGrpSpPr>
      <p:grpSpPr>
        <a:xfrm>
          <a:off x="0" y="0"/>
          <a:ext cx="0" cy="0"/>
          <a:chOff x="0" y="0"/>
          <a:chExt cx="0" cy="0"/>
        </a:xfrm>
      </p:grpSpPr>
      <p:pic>
        <p:nvPicPr>
          <p:cNvPr id="10" name="Google Shape;10;g2b47a2659c2_0_128"/>
          <p:cNvPicPr preferRelativeResize="0"/>
          <p:nvPr/>
        </p:nvPicPr>
        <p:blipFill rotWithShape="1">
          <a:blip r:embed="rId2">
            <a:alphaModFix/>
          </a:blip>
          <a:srcRect b="0" l="49" r="39" t="0"/>
          <a:stretch/>
        </p:blipFill>
        <p:spPr>
          <a:xfrm>
            <a:off x="-27825" y="-18687"/>
            <a:ext cx="10126752" cy="5701574"/>
          </a:xfrm>
          <a:prstGeom prst="rect">
            <a:avLst/>
          </a:prstGeom>
          <a:noFill/>
          <a:ln>
            <a:noFill/>
          </a:ln>
        </p:spPr>
      </p:pic>
      <p:sp>
        <p:nvSpPr>
          <p:cNvPr id="11" name="Google Shape;11;g2b47a2659c2_0_128"/>
          <p:cNvSpPr txBox="1"/>
          <p:nvPr>
            <p:ph idx="12" type="sldNum"/>
          </p:nvPr>
        </p:nvSpPr>
        <p:spPr>
          <a:xfrm>
            <a:off x="9081593" y="5263645"/>
            <a:ext cx="604200" cy="433500"/>
          </a:xfrm>
          <a:prstGeom prst="rect">
            <a:avLst/>
          </a:prstGeom>
          <a:noFill/>
          <a:ln>
            <a:noFill/>
          </a:ln>
        </p:spPr>
        <p:txBody>
          <a:bodyPr anchorCtr="0" anchor="ctr" bIns="100700" lIns="100700" spcFirstLastPara="1" rIns="100700" wrap="square" tIns="100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12" name="Shape 12"/>
        <p:cNvGrpSpPr/>
        <p:nvPr/>
      </p:nvGrpSpPr>
      <p:grpSpPr>
        <a:xfrm>
          <a:off x="0" y="0"/>
          <a:ext cx="0" cy="0"/>
          <a:chOff x="0" y="0"/>
          <a:chExt cx="0" cy="0"/>
        </a:xfrm>
      </p:grpSpPr>
      <p:sp>
        <p:nvSpPr>
          <p:cNvPr id="13" name="Google Shape;13;g2b47a2659c2_0_160"/>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4" name="Google Shape;14;g2b47a2659c2_0_160"/>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5" name="Google Shape;15;g2b47a2659c2_0_160"/>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16" name="Google Shape;16;g2b47a2659c2_0_160"/>
          <p:cNvPicPr preferRelativeResize="0"/>
          <p:nvPr/>
        </p:nvPicPr>
        <p:blipFill rotWithShape="1">
          <a:blip r:embed="rId2">
            <a:alphaModFix/>
          </a:blip>
          <a:srcRect b="0" l="0" r="0" t="0"/>
          <a:stretch/>
        </p:blipFill>
        <p:spPr>
          <a:xfrm>
            <a:off x="-50163" y="-28612"/>
            <a:ext cx="10171426" cy="5721424"/>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 - Padrão">
  <p:cSld name="TITLE_AND_TWO_COLUMNS_1">
    <p:spTree>
      <p:nvGrpSpPr>
        <p:cNvPr id="17" name="Shape 17"/>
        <p:cNvGrpSpPr/>
        <p:nvPr/>
      </p:nvGrpSpPr>
      <p:grpSpPr>
        <a:xfrm>
          <a:off x="0" y="0"/>
          <a:ext cx="0" cy="0"/>
          <a:chOff x="0" y="0"/>
          <a:chExt cx="0" cy="0"/>
        </a:xfrm>
      </p:grpSpPr>
      <p:sp>
        <p:nvSpPr>
          <p:cNvPr id="18" name="Google Shape;18;g2b47a2659c2_0_131"/>
          <p:cNvSpPr txBox="1"/>
          <p:nvPr>
            <p:ph idx="12" type="sldNum"/>
          </p:nvPr>
        </p:nvSpPr>
        <p:spPr>
          <a:xfrm>
            <a:off x="9103915" y="5317504"/>
            <a:ext cx="604200" cy="300900"/>
          </a:xfrm>
          <a:prstGeom prst="rect">
            <a:avLst/>
          </a:prstGeom>
          <a:noFill/>
          <a:ln>
            <a:noFill/>
          </a:ln>
        </p:spPr>
        <p:txBody>
          <a:bodyPr anchorCtr="0" anchor="ctr" bIns="100700" lIns="100700" spcFirstLastPara="1" rIns="100700" wrap="square" tIns="100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US"/>
              <a:t>‹#›</a:t>
            </a:fld>
            <a:endParaRPr/>
          </a:p>
        </p:txBody>
      </p:sp>
      <p:sp>
        <p:nvSpPr>
          <p:cNvPr id="19" name="Google Shape;19;g2b47a2659c2_0_131"/>
          <p:cNvSpPr txBox="1"/>
          <p:nvPr/>
        </p:nvSpPr>
        <p:spPr>
          <a:xfrm>
            <a:off x="689167" y="101616"/>
            <a:ext cx="8955000" cy="339000"/>
          </a:xfrm>
          <a:prstGeom prst="rect">
            <a:avLst/>
          </a:prstGeom>
          <a:noFill/>
          <a:ln>
            <a:noFill/>
          </a:ln>
        </p:spPr>
        <p:txBody>
          <a:bodyPr anchorCtr="0" anchor="ctr" bIns="100700" lIns="100700" spcFirstLastPara="1" rIns="100700" wrap="square" tIns="100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666666"/>
                </a:solidFill>
                <a:latin typeface="Cinzel"/>
                <a:ea typeface="Cinzel"/>
                <a:cs typeface="Cinzel"/>
                <a:sym typeface="Cinzel"/>
              </a:rPr>
              <a:t>Marketing digital | Redes sociais básico</a:t>
            </a:r>
            <a:endParaRPr b="0" i="0" sz="1100" u="none" cap="none" strike="noStrike">
              <a:solidFill>
                <a:srgbClr val="666666"/>
              </a:solidFill>
              <a:latin typeface="Cinzel"/>
              <a:ea typeface="Cinzel"/>
              <a:cs typeface="Cinzel"/>
              <a:sym typeface="Cinze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0" name="Shape 20"/>
        <p:cNvGrpSpPr/>
        <p:nvPr/>
      </p:nvGrpSpPr>
      <p:grpSpPr>
        <a:xfrm>
          <a:off x="0" y="0"/>
          <a:ext cx="0" cy="0"/>
          <a:chOff x="0" y="0"/>
          <a:chExt cx="0" cy="0"/>
        </a:xfrm>
      </p:grpSpPr>
      <p:sp>
        <p:nvSpPr>
          <p:cNvPr id="21" name="Google Shape;21;g2b47a2659c2_0_87"/>
          <p:cNvSpPr txBox="1"/>
          <p:nvPr>
            <p:ph type="ctrTitle"/>
          </p:nvPr>
        </p:nvSpPr>
        <p:spPr>
          <a:xfrm>
            <a:off x="343312" y="819952"/>
            <a:ext cx="9384600" cy="2260500"/>
          </a:xfrm>
          <a:prstGeom prst="rect">
            <a:avLst/>
          </a:prstGeom>
          <a:noFill/>
          <a:ln>
            <a:noFill/>
          </a:ln>
        </p:spPr>
        <p:txBody>
          <a:bodyPr anchorCtr="0" anchor="b" bIns="100700" lIns="100700" spcFirstLastPara="1" rIns="100700" wrap="square" tIns="100700">
            <a:normAutofit/>
          </a:bodyPr>
          <a:lstStyle>
            <a:lvl1pPr lvl="0" algn="ctr">
              <a:lnSpc>
                <a:spcPct val="100000"/>
              </a:lnSpc>
              <a:spcBef>
                <a:spcPts val="0"/>
              </a:spcBef>
              <a:spcAft>
                <a:spcPts val="0"/>
              </a:spcAft>
              <a:buSzPts val="5700"/>
              <a:buNone/>
              <a:defRPr sz="5700"/>
            </a:lvl1pPr>
            <a:lvl2pPr lvl="1" algn="ctr">
              <a:lnSpc>
                <a:spcPct val="100000"/>
              </a:lnSpc>
              <a:spcBef>
                <a:spcPts val="0"/>
              </a:spcBef>
              <a:spcAft>
                <a:spcPts val="0"/>
              </a:spcAft>
              <a:buSzPts val="5700"/>
              <a:buNone/>
              <a:defRPr sz="5700"/>
            </a:lvl2pPr>
            <a:lvl3pPr lvl="2" algn="ctr">
              <a:lnSpc>
                <a:spcPct val="100000"/>
              </a:lnSpc>
              <a:spcBef>
                <a:spcPts val="0"/>
              </a:spcBef>
              <a:spcAft>
                <a:spcPts val="0"/>
              </a:spcAft>
              <a:buSzPts val="5700"/>
              <a:buNone/>
              <a:defRPr sz="5700"/>
            </a:lvl3pPr>
            <a:lvl4pPr lvl="3" algn="ctr">
              <a:lnSpc>
                <a:spcPct val="100000"/>
              </a:lnSpc>
              <a:spcBef>
                <a:spcPts val="0"/>
              </a:spcBef>
              <a:spcAft>
                <a:spcPts val="0"/>
              </a:spcAft>
              <a:buSzPts val="5700"/>
              <a:buNone/>
              <a:defRPr sz="5700"/>
            </a:lvl4pPr>
            <a:lvl5pPr lvl="4" algn="ctr">
              <a:lnSpc>
                <a:spcPct val="100000"/>
              </a:lnSpc>
              <a:spcBef>
                <a:spcPts val="0"/>
              </a:spcBef>
              <a:spcAft>
                <a:spcPts val="0"/>
              </a:spcAft>
              <a:buSzPts val="5700"/>
              <a:buNone/>
              <a:defRPr sz="5700"/>
            </a:lvl5pPr>
            <a:lvl6pPr lvl="5" algn="ctr">
              <a:lnSpc>
                <a:spcPct val="100000"/>
              </a:lnSpc>
              <a:spcBef>
                <a:spcPts val="0"/>
              </a:spcBef>
              <a:spcAft>
                <a:spcPts val="0"/>
              </a:spcAft>
              <a:buSzPts val="5700"/>
              <a:buNone/>
              <a:defRPr sz="5700"/>
            </a:lvl6pPr>
            <a:lvl7pPr lvl="6" algn="ctr">
              <a:lnSpc>
                <a:spcPct val="100000"/>
              </a:lnSpc>
              <a:spcBef>
                <a:spcPts val="0"/>
              </a:spcBef>
              <a:spcAft>
                <a:spcPts val="0"/>
              </a:spcAft>
              <a:buSzPts val="5700"/>
              <a:buNone/>
              <a:defRPr sz="5700"/>
            </a:lvl7pPr>
            <a:lvl8pPr lvl="7" algn="ctr">
              <a:lnSpc>
                <a:spcPct val="100000"/>
              </a:lnSpc>
              <a:spcBef>
                <a:spcPts val="0"/>
              </a:spcBef>
              <a:spcAft>
                <a:spcPts val="0"/>
              </a:spcAft>
              <a:buSzPts val="5700"/>
              <a:buNone/>
              <a:defRPr sz="5700"/>
            </a:lvl8pPr>
            <a:lvl9pPr lvl="8" algn="ctr">
              <a:lnSpc>
                <a:spcPct val="100000"/>
              </a:lnSpc>
              <a:spcBef>
                <a:spcPts val="0"/>
              </a:spcBef>
              <a:spcAft>
                <a:spcPts val="0"/>
              </a:spcAft>
              <a:buSzPts val="5700"/>
              <a:buNone/>
              <a:defRPr sz="5700"/>
            </a:lvl9pPr>
          </a:lstStyle>
          <a:p/>
        </p:txBody>
      </p:sp>
      <p:sp>
        <p:nvSpPr>
          <p:cNvPr id="22" name="Google Shape;22;g2b47a2659c2_0_87"/>
          <p:cNvSpPr txBox="1"/>
          <p:nvPr>
            <p:ph idx="1" type="subTitle"/>
          </p:nvPr>
        </p:nvSpPr>
        <p:spPr>
          <a:xfrm>
            <a:off x="343303" y="3121036"/>
            <a:ext cx="9384600" cy="872700"/>
          </a:xfrm>
          <a:prstGeom prst="rect">
            <a:avLst/>
          </a:prstGeom>
          <a:noFill/>
          <a:ln>
            <a:noFill/>
          </a:ln>
        </p:spPr>
        <p:txBody>
          <a:bodyPr anchorCtr="0" anchor="t" bIns="100700" lIns="100700" spcFirstLastPara="1" rIns="100700" wrap="square" tIns="100700">
            <a:normAutofit/>
          </a:bodyPr>
          <a:lstStyle>
            <a:lvl1pPr lvl="0" algn="ctr">
              <a:lnSpc>
                <a:spcPct val="100000"/>
              </a:lnSpc>
              <a:spcBef>
                <a:spcPts val="0"/>
              </a:spcBef>
              <a:spcAft>
                <a:spcPts val="0"/>
              </a:spcAft>
              <a:buSzPts val="3100"/>
              <a:buNone/>
              <a:defRPr sz="3100"/>
            </a:lvl1pPr>
            <a:lvl2pPr lvl="1" algn="ctr">
              <a:lnSpc>
                <a:spcPct val="100000"/>
              </a:lnSpc>
              <a:spcBef>
                <a:spcPts val="0"/>
              </a:spcBef>
              <a:spcAft>
                <a:spcPts val="0"/>
              </a:spcAft>
              <a:buSzPts val="3100"/>
              <a:buNone/>
              <a:defRPr sz="3100"/>
            </a:lvl2pPr>
            <a:lvl3pPr lvl="2" algn="ctr">
              <a:lnSpc>
                <a:spcPct val="100000"/>
              </a:lnSpc>
              <a:spcBef>
                <a:spcPts val="0"/>
              </a:spcBef>
              <a:spcAft>
                <a:spcPts val="0"/>
              </a:spcAft>
              <a:buSzPts val="3100"/>
              <a:buNone/>
              <a:defRPr sz="3100"/>
            </a:lvl3pPr>
            <a:lvl4pPr lvl="3" algn="ctr">
              <a:lnSpc>
                <a:spcPct val="100000"/>
              </a:lnSpc>
              <a:spcBef>
                <a:spcPts val="0"/>
              </a:spcBef>
              <a:spcAft>
                <a:spcPts val="0"/>
              </a:spcAft>
              <a:buSzPts val="3100"/>
              <a:buNone/>
              <a:defRPr sz="3100"/>
            </a:lvl4pPr>
            <a:lvl5pPr lvl="4" algn="ctr">
              <a:lnSpc>
                <a:spcPct val="100000"/>
              </a:lnSpc>
              <a:spcBef>
                <a:spcPts val="0"/>
              </a:spcBef>
              <a:spcAft>
                <a:spcPts val="0"/>
              </a:spcAft>
              <a:buSzPts val="3100"/>
              <a:buNone/>
              <a:defRPr sz="3100"/>
            </a:lvl5pPr>
            <a:lvl6pPr lvl="5" algn="ctr">
              <a:lnSpc>
                <a:spcPct val="100000"/>
              </a:lnSpc>
              <a:spcBef>
                <a:spcPts val="0"/>
              </a:spcBef>
              <a:spcAft>
                <a:spcPts val="0"/>
              </a:spcAft>
              <a:buSzPts val="3100"/>
              <a:buNone/>
              <a:defRPr sz="3100"/>
            </a:lvl6pPr>
            <a:lvl7pPr lvl="6" algn="ctr">
              <a:lnSpc>
                <a:spcPct val="100000"/>
              </a:lnSpc>
              <a:spcBef>
                <a:spcPts val="0"/>
              </a:spcBef>
              <a:spcAft>
                <a:spcPts val="0"/>
              </a:spcAft>
              <a:buSzPts val="3100"/>
              <a:buNone/>
              <a:defRPr sz="3100"/>
            </a:lvl7pPr>
            <a:lvl8pPr lvl="7" algn="ctr">
              <a:lnSpc>
                <a:spcPct val="100000"/>
              </a:lnSpc>
              <a:spcBef>
                <a:spcPts val="0"/>
              </a:spcBef>
              <a:spcAft>
                <a:spcPts val="0"/>
              </a:spcAft>
              <a:buSzPts val="3100"/>
              <a:buNone/>
              <a:defRPr sz="3100"/>
            </a:lvl8pPr>
            <a:lvl9pPr lvl="8" algn="ctr">
              <a:lnSpc>
                <a:spcPct val="100000"/>
              </a:lnSpc>
              <a:spcBef>
                <a:spcPts val="0"/>
              </a:spcBef>
              <a:spcAft>
                <a:spcPts val="0"/>
              </a:spcAft>
              <a:buSzPts val="3100"/>
              <a:buNone/>
              <a:defRPr sz="3100"/>
            </a:lvl9pPr>
          </a:lstStyle>
          <a:p/>
        </p:txBody>
      </p:sp>
      <p:sp>
        <p:nvSpPr>
          <p:cNvPr id="23" name="Google Shape;23;g2b47a2659c2_0_87"/>
          <p:cNvSpPr txBox="1"/>
          <p:nvPr>
            <p:ph idx="12" type="sldNum"/>
          </p:nvPr>
        </p:nvSpPr>
        <p:spPr>
          <a:xfrm>
            <a:off x="9331471" y="5135296"/>
            <a:ext cx="604200" cy="433500"/>
          </a:xfrm>
          <a:prstGeom prst="rect">
            <a:avLst/>
          </a:prstGeom>
          <a:noFill/>
          <a:ln>
            <a:noFill/>
          </a:ln>
        </p:spPr>
        <p:txBody>
          <a:bodyPr anchorCtr="0" anchor="ctr" bIns="100700" lIns="100700" spcFirstLastPara="1" rIns="100700" wrap="square" tIns="100700">
            <a:norm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4" name="Shape 24"/>
        <p:cNvGrpSpPr/>
        <p:nvPr/>
      </p:nvGrpSpPr>
      <p:grpSpPr>
        <a:xfrm>
          <a:off x="0" y="0"/>
          <a:ext cx="0" cy="0"/>
          <a:chOff x="0" y="0"/>
          <a:chExt cx="0" cy="0"/>
        </a:xfrm>
      </p:grpSpPr>
      <p:sp>
        <p:nvSpPr>
          <p:cNvPr id="25" name="Google Shape;25;g2b47a2659c2_0_91"/>
          <p:cNvSpPr txBox="1"/>
          <p:nvPr>
            <p:ph type="title"/>
          </p:nvPr>
        </p:nvSpPr>
        <p:spPr>
          <a:xfrm>
            <a:off x="343303" y="2368590"/>
            <a:ext cx="9384600" cy="927000"/>
          </a:xfrm>
          <a:prstGeom prst="rect">
            <a:avLst/>
          </a:prstGeom>
          <a:noFill/>
          <a:ln>
            <a:noFill/>
          </a:ln>
        </p:spPr>
        <p:txBody>
          <a:bodyPr anchorCtr="0" anchor="ctr" bIns="100700" lIns="100700" spcFirstLastPara="1" rIns="100700" wrap="square" tIns="100700">
            <a:normAutofit/>
          </a:bodyPr>
          <a:lstStyle>
            <a:lvl1pPr lvl="0" algn="ctr">
              <a:lnSpc>
                <a:spcPct val="100000"/>
              </a:lnSpc>
              <a:spcBef>
                <a:spcPts val="0"/>
              </a:spcBef>
              <a:spcAft>
                <a:spcPts val="0"/>
              </a:spcAft>
              <a:buSzPts val="4000"/>
              <a:buNone/>
              <a:defRPr sz="4000"/>
            </a:lvl1pPr>
            <a:lvl2pPr lvl="1" algn="ctr">
              <a:lnSpc>
                <a:spcPct val="100000"/>
              </a:lnSpc>
              <a:spcBef>
                <a:spcPts val="0"/>
              </a:spcBef>
              <a:spcAft>
                <a:spcPts val="0"/>
              </a:spcAft>
              <a:buSzPts val="4000"/>
              <a:buNone/>
              <a:defRPr sz="4000"/>
            </a:lvl2pPr>
            <a:lvl3pPr lvl="2" algn="ctr">
              <a:lnSpc>
                <a:spcPct val="100000"/>
              </a:lnSpc>
              <a:spcBef>
                <a:spcPts val="0"/>
              </a:spcBef>
              <a:spcAft>
                <a:spcPts val="0"/>
              </a:spcAft>
              <a:buSzPts val="4000"/>
              <a:buNone/>
              <a:defRPr sz="4000"/>
            </a:lvl3pPr>
            <a:lvl4pPr lvl="3" algn="ctr">
              <a:lnSpc>
                <a:spcPct val="100000"/>
              </a:lnSpc>
              <a:spcBef>
                <a:spcPts val="0"/>
              </a:spcBef>
              <a:spcAft>
                <a:spcPts val="0"/>
              </a:spcAft>
              <a:buSzPts val="4000"/>
              <a:buNone/>
              <a:defRPr sz="4000"/>
            </a:lvl4pPr>
            <a:lvl5pPr lvl="4" algn="ctr">
              <a:lnSpc>
                <a:spcPct val="100000"/>
              </a:lnSpc>
              <a:spcBef>
                <a:spcPts val="0"/>
              </a:spcBef>
              <a:spcAft>
                <a:spcPts val="0"/>
              </a:spcAft>
              <a:buSzPts val="4000"/>
              <a:buNone/>
              <a:defRPr sz="4000"/>
            </a:lvl5pPr>
            <a:lvl6pPr lvl="5" algn="ctr">
              <a:lnSpc>
                <a:spcPct val="100000"/>
              </a:lnSpc>
              <a:spcBef>
                <a:spcPts val="0"/>
              </a:spcBef>
              <a:spcAft>
                <a:spcPts val="0"/>
              </a:spcAft>
              <a:buSzPts val="4000"/>
              <a:buNone/>
              <a:defRPr sz="4000"/>
            </a:lvl6pPr>
            <a:lvl7pPr lvl="6" algn="ctr">
              <a:lnSpc>
                <a:spcPct val="100000"/>
              </a:lnSpc>
              <a:spcBef>
                <a:spcPts val="0"/>
              </a:spcBef>
              <a:spcAft>
                <a:spcPts val="0"/>
              </a:spcAft>
              <a:buSzPts val="4000"/>
              <a:buNone/>
              <a:defRPr sz="4000"/>
            </a:lvl7pPr>
            <a:lvl8pPr lvl="7" algn="ctr">
              <a:lnSpc>
                <a:spcPct val="100000"/>
              </a:lnSpc>
              <a:spcBef>
                <a:spcPts val="0"/>
              </a:spcBef>
              <a:spcAft>
                <a:spcPts val="0"/>
              </a:spcAft>
              <a:buSzPts val="4000"/>
              <a:buNone/>
              <a:defRPr sz="4000"/>
            </a:lvl8pPr>
            <a:lvl9pPr lvl="8" algn="ctr">
              <a:lnSpc>
                <a:spcPct val="100000"/>
              </a:lnSpc>
              <a:spcBef>
                <a:spcPts val="0"/>
              </a:spcBef>
              <a:spcAft>
                <a:spcPts val="0"/>
              </a:spcAft>
              <a:buSzPts val="4000"/>
              <a:buNone/>
              <a:defRPr sz="4000"/>
            </a:lvl9pPr>
          </a:lstStyle>
          <a:p/>
        </p:txBody>
      </p:sp>
      <p:sp>
        <p:nvSpPr>
          <p:cNvPr id="26" name="Google Shape;26;g2b47a2659c2_0_91"/>
          <p:cNvSpPr txBox="1"/>
          <p:nvPr>
            <p:ph idx="12" type="sldNum"/>
          </p:nvPr>
        </p:nvSpPr>
        <p:spPr>
          <a:xfrm>
            <a:off x="9331471" y="5135296"/>
            <a:ext cx="604200" cy="433500"/>
          </a:xfrm>
          <a:prstGeom prst="rect">
            <a:avLst/>
          </a:prstGeom>
          <a:noFill/>
          <a:ln>
            <a:noFill/>
          </a:ln>
        </p:spPr>
        <p:txBody>
          <a:bodyPr anchorCtr="0" anchor="ctr" bIns="100700" lIns="100700" spcFirstLastPara="1" rIns="100700" wrap="square" tIns="100700">
            <a:norm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7" name="Shape 27"/>
        <p:cNvGrpSpPr/>
        <p:nvPr/>
      </p:nvGrpSpPr>
      <p:grpSpPr>
        <a:xfrm>
          <a:off x="0" y="0"/>
          <a:ext cx="0" cy="0"/>
          <a:chOff x="0" y="0"/>
          <a:chExt cx="0" cy="0"/>
        </a:xfrm>
      </p:grpSpPr>
      <p:sp>
        <p:nvSpPr>
          <p:cNvPr id="28" name="Google Shape;28;g2b47a2659c2_0_94"/>
          <p:cNvSpPr txBox="1"/>
          <p:nvPr>
            <p:ph type="title"/>
          </p:nvPr>
        </p:nvSpPr>
        <p:spPr>
          <a:xfrm>
            <a:off x="343303" y="490077"/>
            <a:ext cx="9384600" cy="630600"/>
          </a:xfrm>
          <a:prstGeom prst="rect">
            <a:avLst/>
          </a:prstGeom>
          <a:noFill/>
          <a:ln>
            <a:noFill/>
          </a:ln>
        </p:spPr>
        <p:txBody>
          <a:bodyPr anchorCtr="0" anchor="t" bIns="100700" lIns="100700" spcFirstLastPara="1" rIns="100700" wrap="square" tIns="100700">
            <a:normAutofit/>
          </a:bodyPr>
          <a:lstStyle>
            <a:lvl1pPr lvl="0" algn="l">
              <a:lnSpc>
                <a:spcPct val="100000"/>
              </a:lnSpc>
              <a:spcBef>
                <a:spcPts val="0"/>
              </a:spcBef>
              <a:spcAft>
                <a:spcPts val="0"/>
              </a:spcAft>
              <a:buSzPts val="3100"/>
              <a:buNone/>
              <a:defRPr/>
            </a:lvl1pPr>
            <a:lvl2pPr lvl="1" algn="l">
              <a:lnSpc>
                <a:spcPct val="100000"/>
              </a:lnSpc>
              <a:spcBef>
                <a:spcPts val="0"/>
              </a:spcBef>
              <a:spcAft>
                <a:spcPts val="0"/>
              </a:spcAft>
              <a:buSzPts val="3100"/>
              <a:buNone/>
              <a:defRPr/>
            </a:lvl2pPr>
            <a:lvl3pPr lvl="2" algn="l">
              <a:lnSpc>
                <a:spcPct val="100000"/>
              </a:lnSpc>
              <a:spcBef>
                <a:spcPts val="0"/>
              </a:spcBef>
              <a:spcAft>
                <a:spcPts val="0"/>
              </a:spcAft>
              <a:buSzPts val="3100"/>
              <a:buNone/>
              <a:defRPr/>
            </a:lvl3pPr>
            <a:lvl4pPr lvl="3" algn="l">
              <a:lnSpc>
                <a:spcPct val="100000"/>
              </a:lnSpc>
              <a:spcBef>
                <a:spcPts val="0"/>
              </a:spcBef>
              <a:spcAft>
                <a:spcPts val="0"/>
              </a:spcAft>
              <a:buSzPts val="3100"/>
              <a:buNone/>
              <a:defRPr/>
            </a:lvl4pPr>
            <a:lvl5pPr lvl="4" algn="l">
              <a:lnSpc>
                <a:spcPct val="100000"/>
              </a:lnSpc>
              <a:spcBef>
                <a:spcPts val="0"/>
              </a:spcBef>
              <a:spcAft>
                <a:spcPts val="0"/>
              </a:spcAft>
              <a:buSzPts val="3100"/>
              <a:buNone/>
              <a:defRPr/>
            </a:lvl5pPr>
            <a:lvl6pPr lvl="5" algn="l">
              <a:lnSpc>
                <a:spcPct val="100000"/>
              </a:lnSpc>
              <a:spcBef>
                <a:spcPts val="0"/>
              </a:spcBef>
              <a:spcAft>
                <a:spcPts val="0"/>
              </a:spcAft>
              <a:buSzPts val="3100"/>
              <a:buNone/>
              <a:defRPr/>
            </a:lvl6pPr>
            <a:lvl7pPr lvl="6" algn="l">
              <a:lnSpc>
                <a:spcPct val="100000"/>
              </a:lnSpc>
              <a:spcBef>
                <a:spcPts val="0"/>
              </a:spcBef>
              <a:spcAft>
                <a:spcPts val="0"/>
              </a:spcAft>
              <a:buSzPts val="3100"/>
              <a:buNone/>
              <a:defRPr/>
            </a:lvl7pPr>
            <a:lvl8pPr lvl="7" algn="l">
              <a:lnSpc>
                <a:spcPct val="100000"/>
              </a:lnSpc>
              <a:spcBef>
                <a:spcPts val="0"/>
              </a:spcBef>
              <a:spcAft>
                <a:spcPts val="0"/>
              </a:spcAft>
              <a:buSzPts val="3100"/>
              <a:buNone/>
              <a:defRPr/>
            </a:lvl8pPr>
            <a:lvl9pPr lvl="8" algn="l">
              <a:lnSpc>
                <a:spcPct val="100000"/>
              </a:lnSpc>
              <a:spcBef>
                <a:spcPts val="0"/>
              </a:spcBef>
              <a:spcAft>
                <a:spcPts val="0"/>
              </a:spcAft>
              <a:buSzPts val="3100"/>
              <a:buNone/>
              <a:defRPr/>
            </a:lvl9pPr>
          </a:lstStyle>
          <a:p/>
        </p:txBody>
      </p:sp>
      <p:sp>
        <p:nvSpPr>
          <p:cNvPr id="29" name="Google Shape;29;g2b47a2659c2_0_94"/>
          <p:cNvSpPr txBox="1"/>
          <p:nvPr>
            <p:ph idx="1" type="body"/>
          </p:nvPr>
        </p:nvSpPr>
        <p:spPr>
          <a:xfrm>
            <a:off x="343303" y="1269145"/>
            <a:ext cx="9384600" cy="3762300"/>
          </a:xfrm>
          <a:prstGeom prst="rect">
            <a:avLst/>
          </a:prstGeom>
          <a:noFill/>
          <a:ln>
            <a:noFill/>
          </a:ln>
        </p:spPr>
        <p:txBody>
          <a:bodyPr anchorCtr="0" anchor="t" bIns="100700" lIns="100700" spcFirstLastPara="1" rIns="100700" wrap="square" tIns="100700">
            <a:normAutofit/>
          </a:bodyPr>
          <a:lstStyle>
            <a:lvl1pPr indent="-355600" lvl="0" marL="457200" algn="l">
              <a:lnSpc>
                <a:spcPct val="115000"/>
              </a:lnSpc>
              <a:spcBef>
                <a:spcPts val="0"/>
              </a:spcBef>
              <a:spcAft>
                <a:spcPts val="0"/>
              </a:spcAft>
              <a:buSzPts val="2000"/>
              <a:buChar char="●"/>
              <a:defRPr/>
            </a:lvl1pPr>
            <a:lvl2pPr indent="-323850" lvl="1" marL="914400" algn="l">
              <a:lnSpc>
                <a:spcPct val="115000"/>
              </a:lnSpc>
              <a:spcBef>
                <a:spcPts val="0"/>
              </a:spcBef>
              <a:spcAft>
                <a:spcPts val="0"/>
              </a:spcAft>
              <a:buSzPts val="1500"/>
              <a:buChar char="○"/>
              <a:defRPr/>
            </a:lvl2pPr>
            <a:lvl3pPr indent="-323850" lvl="2" marL="1371600" algn="l">
              <a:lnSpc>
                <a:spcPct val="115000"/>
              </a:lnSpc>
              <a:spcBef>
                <a:spcPts val="0"/>
              </a:spcBef>
              <a:spcAft>
                <a:spcPts val="0"/>
              </a:spcAft>
              <a:buSzPts val="1500"/>
              <a:buChar char="■"/>
              <a:defRPr/>
            </a:lvl3pPr>
            <a:lvl4pPr indent="-323850" lvl="3" marL="1828800" algn="l">
              <a:lnSpc>
                <a:spcPct val="115000"/>
              </a:lnSpc>
              <a:spcBef>
                <a:spcPts val="0"/>
              </a:spcBef>
              <a:spcAft>
                <a:spcPts val="0"/>
              </a:spcAft>
              <a:buSzPts val="1500"/>
              <a:buChar char="●"/>
              <a:defRPr/>
            </a:lvl4pPr>
            <a:lvl5pPr indent="-323850" lvl="4" marL="2286000" algn="l">
              <a:lnSpc>
                <a:spcPct val="115000"/>
              </a:lnSpc>
              <a:spcBef>
                <a:spcPts val="0"/>
              </a:spcBef>
              <a:spcAft>
                <a:spcPts val="0"/>
              </a:spcAft>
              <a:buSzPts val="1500"/>
              <a:buChar char="○"/>
              <a:defRPr/>
            </a:lvl5pPr>
            <a:lvl6pPr indent="-323850" lvl="5" marL="2743200" algn="l">
              <a:lnSpc>
                <a:spcPct val="115000"/>
              </a:lnSpc>
              <a:spcBef>
                <a:spcPts val="0"/>
              </a:spcBef>
              <a:spcAft>
                <a:spcPts val="0"/>
              </a:spcAft>
              <a:buSzPts val="1500"/>
              <a:buChar char="■"/>
              <a:defRPr/>
            </a:lvl6pPr>
            <a:lvl7pPr indent="-323850" lvl="6" marL="3200400" algn="l">
              <a:lnSpc>
                <a:spcPct val="115000"/>
              </a:lnSpc>
              <a:spcBef>
                <a:spcPts val="0"/>
              </a:spcBef>
              <a:spcAft>
                <a:spcPts val="0"/>
              </a:spcAft>
              <a:buSzPts val="1500"/>
              <a:buChar char="●"/>
              <a:defRPr/>
            </a:lvl7pPr>
            <a:lvl8pPr indent="-323850" lvl="7" marL="3657600" algn="l">
              <a:lnSpc>
                <a:spcPct val="115000"/>
              </a:lnSpc>
              <a:spcBef>
                <a:spcPts val="0"/>
              </a:spcBef>
              <a:spcAft>
                <a:spcPts val="0"/>
              </a:spcAft>
              <a:buSzPts val="1500"/>
              <a:buChar char="○"/>
              <a:defRPr/>
            </a:lvl8pPr>
            <a:lvl9pPr indent="-323850" lvl="8" marL="4114800" algn="l">
              <a:lnSpc>
                <a:spcPct val="115000"/>
              </a:lnSpc>
              <a:spcBef>
                <a:spcPts val="0"/>
              </a:spcBef>
              <a:spcAft>
                <a:spcPts val="0"/>
              </a:spcAft>
              <a:buSzPts val="1500"/>
              <a:buChar char="■"/>
              <a:defRPr/>
            </a:lvl9pPr>
          </a:lstStyle>
          <a:p/>
        </p:txBody>
      </p:sp>
      <p:sp>
        <p:nvSpPr>
          <p:cNvPr id="30" name="Google Shape;30;g2b47a2659c2_0_94"/>
          <p:cNvSpPr txBox="1"/>
          <p:nvPr>
            <p:ph idx="12" type="sldNum"/>
          </p:nvPr>
        </p:nvSpPr>
        <p:spPr>
          <a:xfrm>
            <a:off x="9331471" y="5135296"/>
            <a:ext cx="604200" cy="433500"/>
          </a:xfrm>
          <a:prstGeom prst="rect">
            <a:avLst/>
          </a:prstGeom>
          <a:noFill/>
          <a:ln>
            <a:noFill/>
          </a:ln>
        </p:spPr>
        <p:txBody>
          <a:bodyPr anchorCtr="0" anchor="ctr" bIns="100700" lIns="100700" spcFirstLastPara="1" rIns="100700" wrap="square" tIns="100700">
            <a:norm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g2b47a2659c2_0_98"/>
          <p:cNvSpPr txBox="1"/>
          <p:nvPr>
            <p:ph type="title"/>
          </p:nvPr>
        </p:nvSpPr>
        <p:spPr>
          <a:xfrm>
            <a:off x="343303" y="490077"/>
            <a:ext cx="9384600" cy="630600"/>
          </a:xfrm>
          <a:prstGeom prst="rect">
            <a:avLst/>
          </a:prstGeom>
          <a:noFill/>
          <a:ln>
            <a:noFill/>
          </a:ln>
        </p:spPr>
        <p:txBody>
          <a:bodyPr anchorCtr="0" anchor="t" bIns="100700" lIns="100700" spcFirstLastPara="1" rIns="100700" wrap="square" tIns="100700">
            <a:normAutofit/>
          </a:bodyPr>
          <a:lstStyle>
            <a:lvl1pPr lvl="0" algn="l">
              <a:lnSpc>
                <a:spcPct val="100000"/>
              </a:lnSpc>
              <a:spcBef>
                <a:spcPts val="0"/>
              </a:spcBef>
              <a:spcAft>
                <a:spcPts val="0"/>
              </a:spcAft>
              <a:buSzPts val="3100"/>
              <a:buNone/>
              <a:defRPr/>
            </a:lvl1pPr>
            <a:lvl2pPr lvl="1" algn="l">
              <a:lnSpc>
                <a:spcPct val="100000"/>
              </a:lnSpc>
              <a:spcBef>
                <a:spcPts val="0"/>
              </a:spcBef>
              <a:spcAft>
                <a:spcPts val="0"/>
              </a:spcAft>
              <a:buSzPts val="3100"/>
              <a:buNone/>
              <a:defRPr/>
            </a:lvl2pPr>
            <a:lvl3pPr lvl="2" algn="l">
              <a:lnSpc>
                <a:spcPct val="100000"/>
              </a:lnSpc>
              <a:spcBef>
                <a:spcPts val="0"/>
              </a:spcBef>
              <a:spcAft>
                <a:spcPts val="0"/>
              </a:spcAft>
              <a:buSzPts val="3100"/>
              <a:buNone/>
              <a:defRPr/>
            </a:lvl3pPr>
            <a:lvl4pPr lvl="3" algn="l">
              <a:lnSpc>
                <a:spcPct val="100000"/>
              </a:lnSpc>
              <a:spcBef>
                <a:spcPts val="0"/>
              </a:spcBef>
              <a:spcAft>
                <a:spcPts val="0"/>
              </a:spcAft>
              <a:buSzPts val="3100"/>
              <a:buNone/>
              <a:defRPr/>
            </a:lvl4pPr>
            <a:lvl5pPr lvl="4" algn="l">
              <a:lnSpc>
                <a:spcPct val="100000"/>
              </a:lnSpc>
              <a:spcBef>
                <a:spcPts val="0"/>
              </a:spcBef>
              <a:spcAft>
                <a:spcPts val="0"/>
              </a:spcAft>
              <a:buSzPts val="3100"/>
              <a:buNone/>
              <a:defRPr/>
            </a:lvl5pPr>
            <a:lvl6pPr lvl="5" algn="l">
              <a:lnSpc>
                <a:spcPct val="100000"/>
              </a:lnSpc>
              <a:spcBef>
                <a:spcPts val="0"/>
              </a:spcBef>
              <a:spcAft>
                <a:spcPts val="0"/>
              </a:spcAft>
              <a:buSzPts val="3100"/>
              <a:buNone/>
              <a:defRPr/>
            </a:lvl6pPr>
            <a:lvl7pPr lvl="6" algn="l">
              <a:lnSpc>
                <a:spcPct val="100000"/>
              </a:lnSpc>
              <a:spcBef>
                <a:spcPts val="0"/>
              </a:spcBef>
              <a:spcAft>
                <a:spcPts val="0"/>
              </a:spcAft>
              <a:buSzPts val="3100"/>
              <a:buNone/>
              <a:defRPr/>
            </a:lvl7pPr>
            <a:lvl8pPr lvl="7" algn="l">
              <a:lnSpc>
                <a:spcPct val="100000"/>
              </a:lnSpc>
              <a:spcBef>
                <a:spcPts val="0"/>
              </a:spcBef>
              <a:spcAft>
                <a:spcPts val="0"/>
              </a:spcAft>
              <a:buSzPts val="3100"/>
              <a:buNone/>
              <a:defRPr/>
            </a:lvl8pPr>
            <a:lvl9pPr lvl="8" algn="l">
              <a:lnSpc>
                <a:spcPct val="100000"/>
              </a:lnSpc>
              <a:spcBef>
                <a:spcPts val="0"/>
              </a:spcBef>
              <a:spcAft>
                <a:spcPts val="0"/>
              </a:spcAft>
              <a:buSzPts val="3100"/>
              <a:buNone/>
              <a:defRPr/>
            </a:lvl9pPr>
          </a:lstStyle>
          <a:p/>
        </p:txBody>
      </p:sp>
      <p:sp>
        <p:nvSpPr>
          <p:cNvPr id="33" name="Google Shape;33;g2b47a2659c2_0_98"/>
          <p:cNvSpPr txBox="1"/>
          <p:nvPr>
            <p:ph idx="1" type="body"/>
          </p:nvPr>
        </p:nvSpPr>
        <p:spPr>
          <a:xfrm>
            <a:off x="343303" y="1269145"/>
            <a:ext cx="4405500" cy="3762300"/>
          </a:xfrm>
          <a:prstGeom prst="rect">
            <a:avLst/>
          </a:prstGeom>
          <a:noFill/>
          <a:ln>
            <a:noFill/>
          </a:ln>
        </p:spPr>
        <p:txBody>
          <a:bodyPr anchorCtr="0" anchor="t" bIns="100700" lIns="100700" spcFirstLastPara="1" rIns="100700" wrap="square" tIns="100700">
            <a:normAutofit/>
          </a:bodyPr>
          <a:lstStyle>
            <a:lvl1pPr indent="-323850" lvl="0" marL="457200" algn="l">
              <a:lnSpc>
                <a:spcPct val="115000"/>
              </a:lnSpc>
              <a:spcBef>
                <a:spcPts val="0"/>
              </a:spcBef>
              <a:spcAft>
                <a:spcPts val="0"/>
              </a:spcAft>
              <a:buSzPts val="1500"/>
              <a:buChar char="●"/>
              <a:defRPr sz="1500"/>
            </a:lvl1pPr>
            <a:lvl2pPr indent="-311150" lvl="1" marL="914400" algn="l">
              <a:lnSpc>
                <a:spcPct val="115000"/>
              </a:lnSpc>
              <a:spcBef>
                <a:spcPts val="0"/>
              </a:spcBef>
              <a:spcAft>
                <a:spcPts val="0"/>
              </a:spcAft>
              <a:buSzPts val="1300"/>
              <a:buChar char="○"/>
              <a:defRPr sz="1300"/>
            </a:lvl2pPr>
            <a:lvl3pPr indent="-311150" lvl="2" marL="1371600" algn="l">
              <a:lnSpc>
                <a:spcPct val="115000"/>
              </a:lnSpc>
              <a:spcBef>
                <a:spcPts val="0"/>
              </a:spcBef>
              <a:spcAft>
                <a:spcPts val="0"/>
              </a:spcAft>
              <a:buSzPts val="1300"/>
              <a:buChar char="■"/>
              <a:defRPr sz="1300"/>
            </a:lvl3pPr>
            <a:lvl4pPr indent="-311150" lvl="3" marL="1828800" algn="l">
              <a:lnSpc>
                <a:spcPct val="115000"/>
              </a:lnSpc>
              <a:spcBef>
                <a:spcPts val="0"/>
              </a:spcBef>
              <a:spcAft>
                <a:spcPts val="0"/>
              </a:spcAft>
              <a:buSzPts val="1300"/>
              <a:buChar char="●"/>
              <a:defRPr sz="1300"/>
            </a:lvl4pPr>
            <a:lvl5pPr indent="-311150" lvl="4" marL="2286000" algn="l">
              <a:lnSpc>
                <a:spcPct val="115000"/>
              </a:lnSpc>
              <a:spcBef>
                <a:spcPts val="0"/>
              </a:spcBef>
              <a:spcAft>
                <a:spcPts val="0"/>
              </a:spcAft>
              <a:buSzPts val="1300"/>
              <a:buChar char="○"/>
              <a:defRPr sz="1300"/>
            </a:lvl5pPr>
            <a:lvl6pPr indent="-311150" lvl="5" marL="2743200" algn="l">
              <a:lnSpc>
                <a:spcPct val="115000"/>
              </a:lnSpc>
              <a:spcBef>
                <a:spcPts val="0"/>
              </a:spcBef>
              <a:spcAft>
                <a:spcPts val="0"/>
              </a:spcAft>
              <a:buSzPts val="1300"/>
              <a:buChar char="■"/>
              <a:defRPr sz="1300"/>
            </a:lvl6pPr>
            <a:lvl7pPr indent="-311150" lvl="6" marL="3200400" algn="l">
              <a:lnSpc>
                <a:spcPct val="115000"/>
              </a:lnSpc>
              <a:spcBef>
                <a:spcPts val="0"/>
              </a:spcBef>
              <a:spcAft>
                <a:spcPts val="0"/>
              </a:spcAft>
              <a:buSzPts val="1300"/>
              <a:buChar char="●"/>
              <a:defRPr sz="1300"/>
            </a:lvl7pPr>
            <a:lvl8pPr indent="-311150" lvl="7" marL="3657600" algn="l">
              <a:lnSpc>
                <a:spcPct val="115000"/>
              </a:lnSpc>
              <a:spcBef>
                <a:spcPts val="0"/>
              </a:spcBef>
              <a:spcAft>
                <a:spcPts val="0"/>
              </a:spcAft>
              <a:buSzPts val="1300"/>
              <a:buChar char="○"/>
              <a:defRPr sz="1300"/>
            </a:lvl8pPr>
            <a:lvl9pPr indent="-311150" lvl="8" marL="4114800" algn="l">
              <a:lnSpc>
                <a:spcPct val="115000"/>
              </a:lnSpc>
              <a:spcBef>
                <a:spcPts val="0"/>
              </a:spcBef>
              <a:spcAft>
                <a:spcPts val="0"/>
              </a:spcAft>
              <a:buSzPts val="1300"/>
              <a:buChar char="■"/>
              <a:defRPr sz="1300"/>
            </a:lvl9pPr>
          </a:lstStyle>
          <a:p/>
        </p:txBody>
      </p:sp>
      <p:sp>
        <p:nvSpPr>
          <p:cNvPr id="34" name="Google Shape;34;g2b47a2659c2_0_98"/>
          <p:cNvSpPr txBox="1"/>
          <p:nvPr>
            <p:ph idx="2" type="body"/>
          </p:nvPr>
        </p:nvSpPr>
        <p:spPr>
          <a:xfrm>
            <a:off x="5322352" y="1269145"/>
            <a:ext cx="4405500" cy="3762300"/>
          </a:xfrm>
          <a:prstGeom prst="rect">
            <a:avLst/>
          </a:prstGeom>
          <a:noFill/>
          <a:ln>
            <a:noFill/>
          </a:ln>
        </p:spPr>
        <p:txBody>
          <a:bodyPr anchorCtr="0" anchor="t" bIns="100700" lIns="100700" spcFirstLastPara="1" rIns="100700" wrap="square" tIns="100700">
            <a:normAutofit/>
          </a:bodyPr>
          <a:lstStyle>
            <a:lvl1pPr indent="-323850" lvl="0" marL="457200" algn="l">
              <a:lnSpc>
                <a:spcPct val="115000"/>
              </a:lnSpc>
              <a:spcBef>
                <a:spcPts val="0"/>
              </a:spcBef>
              <a:spcAft>
                <a:spcPts val="0"/>
              </a:spcAft>
              <a:buSzPts val="1500"/>
              <a:buChar char="●"/>
              <a:defRPr sz="1500"/>
            </a:lvl1pPr>
            <a:lvl2pPr indent="-311150" lvl="1" marL="914400" algn="l">
              <a:lnSpc>
                <a:spcPct val="115000"/>
              </a:lnSpc>
              <a:spcBef>
                <a:spcPts val="0"/>
              </a:spcBef>
              <a:spcAft>
                <a:spcPts val="0"/>
              </a:spcAft>
              <a:buSzPts val="1300"/>
              <a:buChar char="○"/>
              <a:defRPr sz="1300"/>
            </a:lvl2pPr>
            <a:lvl3pPr indent="-311150" lvl="2" marL="1371600" algn="l">
              <a:lnSpc>
                <a:spcPct val="115000"/>
              </a:lnSpc>
              <a:spcBef>
                <a:spcPts val="0"/>
              </a:spcBef>
              <a:spcAft>
                <a:spcPts val="0"/>
              </a:spcAft>
              <a:buSzPts val="1300"/>
              <a:buChar char="■"/>
              <a:defRPr sz="1300"/>
            </a:lvl3pPr>
            <a:lvl4pPr indent="-311150" lvl="3" marL="1828800" algn="l">
              <a:lnSpc>
                <a:spcPct val="115000"/>
              </a:lnSpc>
              <a:spcBef>
                <a:spcPts val="0"/>
              </a:spcBef>
              <a:spcAft>
                <a:spcPts val="0"/>
              </a:spcAft>
              <a:buSzPts val="1300"/>
              <a:buChar char="●"/>
              <a:defRPr sz="1300"/>
            </a:lvl4pPr>
            <a:lvl5pPr indent="-311150" lvl="4" marL="2286000" algn="l">
              <a:lnSpc>
                <a:spcPct val="115000"/>
              </a:lnSpc>
              <a:spcBef>
                <a:spcPts val="0"/>
              </a:spcBef>
              <a:spcAft>
                <a:spcPts val="0"/>
              </a:spcAft>
              <a:buSzPts val="1300"/>
              <a:buChar char="○"/>
              <a:defRPr sz="1300"/>
            </a:lvl5pPr>
            <a:lvl6pPr indent="-311150" lvl="5" marL="2743200" algn="l">
              <a:lnSpc>
                <a:spcPct val="115000"/>
              </a:lnSpc>
              <a:spcBef>
                <a:spcPts val="0"/>
              </a:spcBef>
              <a:spcAft>
                <a:spcPts val="0"/>
              </a:spcAft>
              <a:buSzPts val="1300"/>
              <a:buChar char="■"/>
              <a:defRPr sz="1300"/>
            </a:lvl6pPr>
            <a:lvl7pPr indent="-311150" lvl="6" marL="3200400" algn="l">
              <a:lnSpc>
                <a:spcPct val="115000"/>
              </a:lnSpc>
              <a:spcBef>
                <a:spcPts val="0"/>
              </a:spcBef>
              <a:spcAft>
                <a:spcPts val="0"/>
              </a:spcAft>
              <a:buSzPts val="1300"/>
              <a:buChar char="●"/>
              <a:defRPr sz="1300"/>
            </a:lvl7pPr>
            <a:lvl8pPr indent="-311150" lvl="7" marL="3657600" algn="l">
              <a:lnSpc>
                <a:spcPct val="115000"/>
              </a:lnSpc>
              <a:spcBef>
                <a:spcPts val="0"/>
              </a:spcBef>
              <a:spcAft>
                <a:spcPts val="0"/>
              </a:spcAft>
              <a:buSzPts val="1300"/>
              <a:buChar char="○"/>
              <a:defRPr sz="1300"/>
            </a:lvl8pPr>
            <a:lvl9pPr indent="-311150" lvl="8" marL="4114800" algn="l">
              <a:lnSpc>
                <a:spcPct val="115000"/>
              </a:lnSpc>
              <a:spcBef>
                <a:spcPts val="0"/>
              </a:spcBef>
              <a:spcAft>
                <a:spcPts val="0"/>
              </a:spcAft>
              <a:buSzPts val="1300"/>
              <a:buChar char="■"/>
              <a:defRPr sz="1300"/>
            </a:lvl9pPr>
          </a:lstStyle>
          <a:p/>
        </p:txBody>
      </p:sp>
      <p:sp>
        <p:nvSpPr>
          <p:cNvPr id="35" name="Google Shape;35;g2b47a2659c2_0_98"/>
          <p:cNvSpPr txBox="1"/>
          <p:nvPr>
            <p:ph idx="12" type="sldNum"/>
          </p:nvPr>
        </p:nvSpPr>
        <p:spPr>
          <a:xfrm>
            <a:off x="9331471" y="5135296"/>
            <a:ext cx="604200" cy="433500"/>
          </a:xfrm>
          <a:prstGeom prst="rect">
            <a:avLst/>
          </a:prstGeom>
          <a:noFill/>
          <a:ln>
            <a:noFill/>
          </a:ln>
        </p:spPr>
        <p:txBody>
          <a:bodyPr anchorCtr="0" anchor="ctr" bIns="100700" lIns="100700" spcFirstLastPara="1" rIns="100700" wrap="square" tIns="100700">
            <a:norm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6" name="Shape 36"/>
        <p:cNvGrpSpPr/>
        <p:nvPr/>
      </p:nvGrpSpPr>
      <p:grpSpPr>
        <a:xfrm>
          <a:off x="0" y="0"/>
          <a:ext cx="0" cy="0"/>
          <a:chOff x="0" y="0"/>
          <a:chExt cx="0" cy="0"/>
        </a:xfrm>
      </p:grpSpPr>
      <p:sp>
        <p:nvSpPr>
          <p:cNvPr id="37" name="Google Shape;37;g2b47a2659c2_0_103"/>
          <p:cNvSpPr txBox="1"/>
          <p:nvPr>
            <p:ph type="title"/>
          </p:nvPr>
        </p:nvSpPr>
        <p:spPr>
          <a:xfrm>
            <a:off x="343303" y="490077"/>
            <a:ext cx="9384600" cy="630600"/>
          </a:xfrm>
          <a:prstGeom prst="rect">
            <a:avLst/>
          </a:prstGeom>
          <a:noFill/>
          <a:ln>
            <a:noFill/>
          </a:ln>
        </p:spPr>
        <p:txBody>
          <a:bodyPr anchorCtr="0" anchor="t" bIns="100700" lIns="100700" spcFirstLastPara="1" rIns="100700" wrap="square" tIns="100700">
            <a:normAutofit/>
          </a:bodyPr>
          <a:lstStyle>
            <a:lvl1pPr lvl="0" algn="l">
              <a:lnSpc>
                <a:spcPct val="100000"/>
              </a:lnSpc>
              <a:spcBef>
                <a:spcPts val="0"/>
              </a:spcBef>
              <a:spcAft>
                <a:spcPts val="0"/>
              </a:spcAft>
              <a:buSzPts val="3100"/>
              <a:buNone/>
              <a:defRPr/>
            </a:lvl1pPr>
            <a:lvl2pPr lvl="1" algn="l">
              <a:lnSpc>
                <a:spcPct val="100000"/>
              </a:lnSpc>
              <a:spcBef>
                <a:spcPts val="0"/>
              </a:spcBef>
              <a:spcAft>
                <a:spcPts val="0"/>
              </a:spcAft>
              <a:buSzPts val="3100"/>
              <a:buNone/>
              <a:defRPr/>
            </a:lvl2pPr>
            <a:lvl3pPr lvl="2" algn="l">
              <a:lnSpc>
                <a:spcPct val="100000"/>
              </a:lnSpc>
              <a:spcBef>
                <a:spcPts val="0"/>
              </a:spcBef>
              <a:spcAft>
                <a:spcPts val="0"/>
              </a:spcAft>
              <a:buSzPts val="3100"/>
              <a:buNone/>
              <a:defRPr/>
            </a:lvl3pPr>
            <a:lvl4pPr lvl="3" algn="l">
              <a:lnSpc>
                <a:spcPct val="100000"/>
              </a:lnSpc>
              <a:spcBef>
                <a:spcPts val="0"/>
              </a:spcBef>
              <a:spcAft>
                <a:spcPts val="0"/>
              </a:spcAft>
              <a:buSzPts val="3100"/>
              <a:buNone/>
              <a:defRPr/>
            </a:lvl4pPr>
            <a:lvl5pPr lvl="4" algn="l">
              <a:lnSpc>
                <a:spcPct val="100000"/>
              </a:lnSpc>
              <a:spcBef>
                <a:spcPts val="0"/>
              </a:spcBef>
              <a:spcAft>
                <a:spcPts val="0"/>
              </a:spcAft>
              <a:buSzPts val="3100"/>
              <a:buNone/>
              <a:defRPr/>
            </a:lvl5pPr>
            <a:lvl6pPr lvl="5" algn="l">
              <a:lnSpc>
                <a:spcPct val="100000"/>
              </a:lnSpc>
              <a:spcBef>
                <a:spcPts val="0"/>
              </a:spcBef>
              <a:spcAft>
                <a:spcPts val="0"/>
              </a:spcAft>
              <a:buSzPts val="3100"/>
              <a:buNone/>
              <a:defRPr/>
            </a:lvl6pPr>
            <a:lvl7pPr lvl="6" algn="l">
              <a:lnSpc>
                <a:spcPct val="100000"/>
              </a:lnSpc>
              <a:spcBef>
                <a:spcPts val="0"/>
              </a:spcBef>
              <a:spcAft>
                <a:spcPts val="0"/>
              </a:spcAft>
              <a:buSzPts val="3100"/>
              <a:buNone/>
              <a:defRPr/>
            </a:lvl7pPr>
            <a:lvl8pPr lvl="7" algn="l">
              <a:lnSpc>
                <a:spcPct val="100000"/>
              </a:lnSpc>
              <a:spcBef>
                <a:spcPts val="0"/>
              </a:spcBef>
              <a:spcAft>
                <a:spcPts val="0"/>
              </a:spcAft>
              <a:buSzPts val="3100"/>
              <a:buNone/>
              <a:defRPr/>
            </a:lvl8pPr>
            <a:lvl9pPr lvl="8" algn="l">
              <a:lnSpc>
                <a:spcPct val="100000"/>
              </a:lnSpc>
              <a:spcBef>
                <a:spcPts val="0"/>
              </a:spcBef>
              <a:spcAft>
                <a:spcPts val="0"/>
              </a:spcAft>
              <a:buSzPts val="3100"/>
              <a:buNone/>
              <a:defRPr/>
            </a:lvl9pPr>
          </a:lstStyle>
          <a:p/>
        </p:txBody>
      </p:sp>
      <p:sp>
        <p:nvSpPr>
          <p:cNvPr id="38" name="Google Shape;38;g2b47a2659c2_0_103"/>
          <p:cNvSpPr txBox="1"/>
          <p:nvPr>
            <p:ph idx="12" type="sldNum"/>
          </p:nvPr>
        </p:nvSpPr>
        <p:spPr>
          <a:xfrm>
            <a:off x="9331471" y="5135296"/>
            <a:ext cx="604200" cy="433500"/>
          </a:xfrm>
          <a:prstGeom prst="rect">
            <a:avLst/>
          </a:prstGeom>
          <a:noFill/>
          <a:ln>
            <a:noFill/>
          </a:ln>
        </p:spPr>
        <p:txBody>
          <a:bodyPr anchorCtr="0" anchor="ctr" bIns="100700" lIns="100700" spcFirstLastPara="1" rIns="100700" wrap="square" tIns="100700">
            <a:norm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9" name="Shape 39"/>
        <p:cNvGrpSpPr/>
        <p:nvPr/>
      </p:nvGrpSpPr>
      <p:grpSpPr>
        <a:xfrm>
          <a:off x="0" y="0"/>
          <a:ext cx="0" cy="0"/>
          <a:chOff x="0" y="0"/>
          <a:chExt cx="0" cy="0"/>
        </a:xfrm>
      </p:grpSpPr>
      <p:sp>
        <p:nvSpPr>
          <p:cNvPr id="40" name="Google Shape;40;g2b47a2659c2_0_106"/>
          <p:cNvSpPr txBox="1"/>
          <p:nvPr>
            <p:ph type="title"/>
          </p:nvPr>
        </p:nvSpPr>
        <p:spPr>
          <a:xfrm>
            <a:off x="343303" y="611846"/>
            <a:ext cx="3092700" cy="832200"/>
          </a:xfrm>
          <a:prstGeom prst="rect">
            <a:avLst/>
          </a:prstGeom>
          <a:noFill/>
          <a:ln>
            <a:noFill/>
          </a:ln>
        </p:spPr>
        <p:txBody>
          <a:bodyPr anchorCtr="0" anchor="b" bIns="100700" lIns="100700" spcFirstLastPara="1" rIns="100700" wrap="square" tIns="10070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41" name="Google Shape;41;g2b47a2659c2_0_106"/>
          <p:cNvSpPr txBox="1"/>
          <p:nvPr>
            <p:ph idx="1" type="body"/>
          </p:nvPr>
        </p:nvSpPr>
        <p:spPr>
          <a:xfrm>
            <a:off x="343303" y="1530276"/>
            <a:ext cx="3092700" cy="3501300"/>
          </a:xfrm>
          <a:prstGeom prst="rect">
            <a:avLst/>
          </a:prstGeom>
          <a:noFill/>
          <a:ln>
            <a:noFill/>
          </a:ln>
        </p:spPr>
        <p:txBody>
          <a:bodyPr anchorCtr="0" anchor="t" bIns="100700" lIns="100700" spcFirstLastPara="1" rIns="100700" wrap="square" tIns="100700">
            <a:normAutofit/>
          </a:bodyPr>
          <a:lstStyle>
            <a:lvl1pPr indent="-311150" lvl="0" marL="457200" algn="l">
              <a:lnSpc>
                <a:spcPct val="115000"/>
              </a:lnSpc>
              <a:spcBef>
                <a:spcPts val="0"/>
              </a:spcBef>
              <a:spcAft>
                <a:spcPts val="0"/>
              </a:spcAft>
              <a:buSzPts val="1300"/>
              <a:buChar char="●"/>
              <a:defRPr sz="1300"/>
            </a:lvl1pPr>
            <a:lvl2pPr indent="-311150" lvl="1" marL="914400" algn="l">
              <a:lnSpc>
                <a:spcPct val="115000"/>
              </a:lnSpc>
              <a:spcBef>
                <a:spcPts val="0"/>
              </a:spcBef>
              <a:spcAft>
                <a:spcPts val="0"/>
              </a:spcAft>
              <a:buSzPts val="1300"/>
              <a:buChar char="○"/>
              <a:defRPr sz="1300"/>
            </a:lvl2pPr>
            <a:lvl3pPr indent="-311150" lvl="2" marL="1371600" algn="l">
              <a:lnSpc>
                <a:spcPct val="115000"/>
              </a:lnSpc>
              <a:spcBef>
                <a:spcPts val="0"/>
              </a:spcBef>
              <a:spcAft>
                <a:spcPts val="0"/>
              </a:spcAft>
              <a:buSzPts val="1300"/>
              <a:buChar char="■"/>
              <a:defRPr sz="1300"/>
            </a:lvl3pPr>
            <a:lvl4pPr indent="-311150" lvl="3" marL="1828800" algn="l">
              <a:lnSpc>
                <a:spcPct val="115000"/>
              </a:lnSpc>
              <a:spcBef>
                <a:spcPts val="0"/>
              </a:spcBef>
              <a:spcAft>
                <a:spcPts val="0"/>
              </a:spcAft>
              <a:buSzPts val="1300"/>
              <a:buChar char="●"/>
              <a:defRPr sz="1300"/>
            </a:lvl4pPr>
            <a:lvl5pPr indent="-311150" lvl="4" marL="2286000" algn="l">
              <a:lnSpc>
                <a:spcPct val="115000"/>
              </a:lnSpc>
              <a:spcBef>
                <a:spcPts val="0"/>
              </a:spcBef>
              <a:spcAft>
                <a:spcPts val="0"/>
              </a:spcAft>
              <a:buSzPts val="1300"/>
              <a:buChar char="○"/>
              <a:defRPr sz="1300"/>
            </a:lvl5pPr>
            <a:lvl6pPr indent="-311150" lvl="5" marL="2743200" algn="l">
              <a:lnSpc>
                <a:spcPct val="115000"/>
              </a:lnSpc>
              <a:spcBef>
                <a:spcPts val="0"/>
              </a:spcBef>
              <a:spcAft>
                <a:spcPts val="0"/>
              </a:spcAft>
              <a:buSzPts val="1300"/>
              <a:buChar char="■"/>
              <a:defRPr sz="1300"/>
            </a:lvl6pPr>
            <a:lvl7pPr indent="-311150" lvl="6" marL="3200400" algn="l">
              <a:lnSpc>
                <a:spcPct val="115000"/>
              </a:lnSpc>
              <a:spcBef>
                <a:spcPts val="0"/>
              </a:spcBef>
              <a:spcAft>
                <a:spcPts val="0"/>
              </a:spcAft>
              <a:buSzPts val="1300"/>
              <a:buChar char="●"/>
              <a:defRPr sz="1300"/>
            </a:lvl7pPr>
            <a:lvl8pPr indent="-311150" lvl="7" marL="3657600" algn="l">
              <a:lnSpc>
                <a:spcPct val="115000"/>
              </a:lnSpc>
              <a:spcBef>
                <a:spcPts val="0"/>
              </a:spcBef>
              <a:spcAft>
                <a:spcPts val="0"/>
              </a:spcAft>
              <a:buSzPts val="1300"/>
              <a:buChar char="○"/>
              <a:defRPr sz="1300"/>
            </a:lvl8pPr>
            <a:lvl9pPr indent="-311150" lvl="8" marL="4114800" algn="l">
              <a:lnSpc>
                <a:spcPct val="115000"/>
              </a:lnSpc>
              <a:spcBef>
                <a:spcPts val="0"/>
              </a:spcBef>
              <a:spcAft>
                <a:spcPts val="0"/>
              </a:spcAft>
              <a:buSzPts val="1300"/>
              <a:buChar char="■"/>
              <a:defRPr sz="1300"/>
            </a:lvl9pPr>
          </a:lstStyle>
          <a:p/>
        </p:txBody>
      </p:sp>
      <p:sp>
        <p:nvSpPr>
          <p:cNvPr id="42" name="Google Shape;42;g2b47a2659c2_0_106"/>
          <p:cNvSpPr txBox="1"/>
          <p:nvPr>
            <p:ph idx="12" type="sldNum"/>
          </p:nvPr>
        </p:nvSpPr>
        <p:spPr>
          <a:xfrm>
            <a:off x="9331471" y="5135296"/>
            <a:ext cx="604200" cy="433500"/>
          </a:xfrm>
          <a:prstGeom prst="rect">
            <a:avLst/>
          </a:prstGeom>
          <a:noFill/>
          <a:ln>
            <a:noFill/>
          </a:ln>
        </p:spPr>
        <p:txBody>
          <a:bodyPr anchorCtr="0" anchor="ctr" bIns="100700" lIns="100700" spcFirstLastPara="1" rIns="100700" wrap="square" tIns="100700">
            <a:norm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3" name="Shape 43"/>
        <p:cNvGrpSpPr/>
        <p:nvPr/>
      </p:nvGrpSpPr>
      <p:grpSpPr>
        <a:xfrm>
          <a:off x="0" y="0"/>
          <a:ext cx="0" cy="0"/>
          <a:chOff x="0" y="0"/>
          <a:chExt cx="0" cy="0"/>
        </a:xfrm>
      </p:grpSpPr>
      <p:sp>
        <p:nvSpPr>
          <p:cNvPr id="44" name="Google Shape;44;g2b47a2659c2_0_110"/>
          <p:cNvSpPr txBox="1"/>
          <p:nvPr>
            <p:ph type="title"/>
          </p:nvPr>
        </p:nvSpPr>
        <p:spPr>
          <a:xfrm>
            <a:off x="539956" y="495721"/>
            <a:ext cx="7013400" cy="4504800"/>
          </a:xfrm>
          <a:prstGeom prst="rect">
            <a:avLst/>
          </a:prstGeom>
          <a:noFill/>
          <a:ln>
            <a:noFill/>
          </a:ln>
        </p:spPr>
        <p:txBody>
          <a:bodyPr anchorCtr="0" anchor="ctr" bIns="100700" lIns="100700" spcFirstLastPara="1" rIns="100700" wrap="square" tIns="100700">
            <a:normAutofit/>
          </a:bodyPr>
          <a:lstStyle>
            <a:lvl1pPr lvl="0" algn="l">
              <a:lnSpc>
                <a:spcPct val="100000"/>
              </a:lnSpc>
              <a:spcBef>
                <a:spcPts val="0"/>
              </a:spcBef>
              <a:spcAft>
                <a:spcPts val="0"/>
              </a:spcAft>
              <a:buSzPts val="5300"/>
              <a:buNone/>
              <a:defRPr sz="5300"/>
            </a:lvl1pPr>
            <a:lvl2pPr lvl="1" algn="l">
              <a:lnSpc>
                <a:spcPct val="100000"/>
              </a:lnSpc>
              <a:spcBef>
                <a:spcPts val="0"/>
              </a:spcBef>
              <a:spcAft>
                <a:spcPts val="0"/>
              </a:spcAft>
              <a:buSzPts val="5300"/>
              <a:buNone/>
              <a:defRPr sz="5300"/>
            </a:lvl2pPr>
            <a:lvl3pPr lvl="2" algn="l">
              <a:lnSpc>
                <a:spcPct val="100000"/>
              </a:lnSpc>
              <a:spcBef>
                <a:spcPts val="0"/>
              </a:spcBef>
              <a:spcAft>
                <a:spcPts val="0"/>
              </a:spcAft>
              <a:buSzPts val="5300"/>
              <a:buNone/>
              <a:defRPr sz="5300"/>
            </a:lvl3pPr>
            <a:lvl4pPr lvl="3" algn="l">
              <a:lnSpc>
                <a:spcPct val="100000"/>
              </a:lnSpc>
              <a:spcBef>
                <a:spcPts val="0"/>
              </a:spcBef>
              <a:spcAft>
                <a:spcPts val="0"/>
              </a:spcAft>
              <a:buSzPts val="5300"/>
              <a:buNone/>
              <a:defRPr sz="5300"/>
            </a:lvl4pPr>
            <a:lvl5pPr lvl="4" algn="l">
              <a:lnSpc>
                <a:spcPct val="100000"/>
              </a:lnSpc>
              <a:spcBef>
                <a:spcPts val="0"/>
              </a:spcBef>
              <a:spcAft>
                <a:spcPts val="0"/>
              </a:spcAft>
              <a:buSzPts val="5300"/>
              <a:buNone/>
              <a:defRPr sz="5300"/>
            </a:lvl5pPr>
            <a:lvl6pPr lvl="5" algn="l">
              <a:lnSpc>
                <a:spcPct val="100000"/>
              </a:lnSpc>
              <a:spcBef>
                <a:spcPts val="0"/>
              </a:spcBef>
              <a:spcAft>
                <a:spcPts val="0"/>
              </a:spcAft>
              <a:buSzPts val="5300"/>
              <a:buNone/>
              <a:defRPr sz="5300"/>
            </a:lvl6pPr>
            <a:lvl7pPr lvl="6" algn="l">
              <a:lnSpc>
                <a:spcPct val="100000"/>
              </a:lnSpc>
              <a:spcBef>
                <a:spcPts val="0"/>
              </a:spcBef>
              <a:spcAft>
                <a:spcPts val="0"/>
              </a:spcAft>
              <a:buSzPts val="5300"/>
              <a:buNone/>
              <a:defRPr sz="5300"/>
            </a:lvl7pPr>
            <a:lvl8pPr lvl="7" algn="l">
              <a:lnSpc>
                <a:spcPct val="100000"/>
              </a:lnSpc>
              <a:spcBef>
                <a:spcPts val="0"/>
              </a:spcBef>
              <a:spcAft>
                <a:spcPts val="0"/>
              </a:spcAft>
              <a:buSzPts val="5300"/>
              <a:buNone/>
              <a:defRPr sz="5300"/>
            </a:lvl8pPr>
            <a:lvl9pPr lvl="8" algn="l">
              <a:lnSpc>
                <a:spcPct val="100000"/>
              </a:lnSpc>
              <a:spcBef>
                <a:spcPts val="0"/>
              </a:spcBef>
              <a:spcAft>
                <a:spcPts val="0"/>
              </a:spcAft>
              <a:buSzPts val="5300"/>
              <a:buNone/>
              <a:defRPr sz="5300"/>
            </a:lvl9pPr>
          </a:lstStyle>
          <a:p/>
        </p:txBody>
      </p:sp>
      <p:sp>
        <p:nvSpPr>
          <p:cNvPr id="45" name="Google Shape;45;g2b47a2659c2_0_110"/>
          <p:cNvSpPr txBox="1"/>
          <p:nvPr>
            <p:ph idx="12" type="sldNum"/>
          </p:nvPr>
        </p:nvSpPr>
        <p:spPr>
          <a:xfrm>
            <a:off x="9331471" y="5135296"/>
            <a:ext cx="604200" cy="433500"/>
          </a:xfrm>
          <a:prstGeom prst="rect">
            <a:avLst/>
          </a:prstGeom>
          <a:noFill/>
          <a:ln>
            <a:noFill/>
          </a:ln>
        </p:spPr>
        <p:txBody>
          <a:bodyPr anchorCtr="0" anchor="ctr" bIns="100700" lIns="100700" spcFirstLastPara="1" rIns="100700" wrap="square" tIns="100700">
            <a:norm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6" name="Shape 46"/>
        <p:cNvGrpSpPr/>
        <p:nvPr/>
      </p:nvGrpSpPr>
      <p:grpSpPr>
        <a:xfrm>
          <a:off x="0" y="0"/>
          <a:ext cx="0" cy="0"/>
          <a:chOff x="0" y="0"/>
          <a:chExt cx="0" cy="0"/>
        </a:xfrm>
      </p:grpSpPr>
      <p:sp>
        <p:nvSpPr>
          <p:cNvPr id="47" name="Google Shape;47;g2b47a2659c2_0_113"/>
          <p:cNvSpPr/>
          <p:nvPr/>
        </p:nvSpPr>
        <p:spPr>
          <a:xfrm>
            <a:off x="5035550" y="28"/>
            <a:ext cx="5035500" cy="5664300"/>
          </a:xfrm>
          <a:prstGeom prst="rect">
            <a:avLst/>
          </a:prstGeom>
          <a:solidFill>
            <a:schemeClr val="dk2"/>
          </a:solidFill>
          <a:ln>
            <a:noFill/>
          </a:ln>
        </p:spPr>
        <p:txBody>
          <a:bodyPr anchorCtr="0" anchor="ctr" bIns="100700" lIns="100700" spcFirstLastPara="1" rIns="100700" wrap="square" tIns="100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g2b47a2659c2_0_113"/>
          <p:cNvSpPr txBox="1"/>
          <p:nvPr>
            <p:ph type="title"/>
          </p:nvPr>
        </p:nvSpPr>
        <p:spPr>
          <a:xfrm>
            <a:off x="292419" y="1358015"/>
            <a:ext cx="4455300" cy="1632300"/>
          </a:xfrm>
          <a:prstGeom prst="rect">
            <a:avLst/>
          </a:prstGeom>
          <a:noFill/>
          <a:ln>
            <a:noFill/>
          </a:ln>
        </p:spPr>
        <p:txBody>
          <a:bodyPr anchorCtr="0" anchor="b" bIns="100700" lIns="100700" spcFirstLastPara="1" rIns="100700" wrap="square" tIns="100700">
            <a:normAutofit/>
          </a:bodyPr>
          <a:lstStyle>
            <a:lvl1pPr lvl="0" algn="ctr">
              <a:lnSpc>
                <a:spcPct val="100000"/>
              </a:lnSpc>
              <a:spcBef>
                <a:spcPts val="0"/>
              </a:spcBef>
              <a:spcAft>
                <a:spcPts val="0"/>
              </a:spcAft>
              <a:buSzPts val="4600"/>
              <a:buNone/>
              <a:defRPr sz="4600"/>
            </a:lvl1pPr>
            <a:lvl2pPr lvl="1" algn="ctr">
              <a:lnSpc>
                <a:spcPct val="100000"/>
              </a:lnSpc>
              <a:spcBef>
                <a:spcPts val="0"/>
              </a:spcBef>
              <a:spcAft>
                <a:spcPts val="0"/>
              </a:spcAft>
              <a:buSzPts val="4600"/>
              <a:buNone/>
              <a:defRPr sz="4600"/>
            </a:lvl2pPr>
            <a:lvl3pPr lvl="2" algn="ctr">
              <a:lnSpc>
                <a:spcPct val="100000"/>
              </a:lnSpc>
              <a:spcBef>
                <a:spcPts val="0"/>
              </a:spcBef>
              <a:spcAft>
                <a:spcPts val="0"/>
              </a:spcAft>
              <a:buSzPts val="4600"/>
              <a:buNone/>
              <a:defRPr sz="4600"/>
            </a:lvl3pPr>
            <a:lvl4pPr lvl="3" algn="ctr">
              <a:lnSpc>
                <a:spcPct val="100000"/>
              </a:lnSpc>
              <a:spcBef>
                <a:spcPts val="0"/>
              </a:spcBef>
              <a:spcAft>
                <a:spcPts val="0"/>
              </a:spcAft>
              <a:buSzPts val="4600"/>
              <a:buNone/>
              <a:defRPr sz="4600"/>
            </a:lvl4pPr>
            <a:lvl5pPr lvl="4" algn="ctr">
              <a:lnSpc>
                <a:spcPct val="100000"/>
              </a:lnSpc>
              <a:spcBef>
                <a:spcPts val="0"/>
              </a:spcBef>
              <a:spcAft>
                <a:spcPts val="0"/>
              </a:spcAft>
              <a:buSzPts val="4600"/>
              <a:buNone/>
              <a:defRPr sz="4600"/>
            </a:lvl5pPr>
            <a:lvl6pPr lvl="5" algn="ctr">
              <a:lnSpc>
                <a:spcPct val="100000"/>
              </a:lnSpc>
              <a:spcBef>
                <a:spcPts val="0"/>
              </a:spcBef>
              <a:spcAft>
                <a:spcPts val="0"/>
              </a:spcAft>
              <a:buSzPts val="4600"/>
              <a:buNone/>
              <a:defRPr sz="4600"/>
            </a:lvl6pPr>
            <a:lvl7pPr lvl="6" algn="ctr">
              <a:lnSpc>
                <a:spcPct val="100000"/>
              </a:lnSpc>
              <a:spcBef>
                <a:spcPts val="0"/>
              </a:spcBef>
              <a:spcAft>
                <a:spcPts val="0"/>
              </a:spcAft>
              <a:buSzPts val="4600"/>
              <a:buNone/>
              <a:defRPr sz="4600"/>
            </a:lvl7pPr>
            <a:lvl8pPr lvl="7" algn="ctr">
              <a:lnSpc>
                <a:spcPct val="100000"/>
              </a:lnSpc>
              <a:spcBef>
                <a:spcPts val="0"/>
              </a:spcBef>
              <a:spcAft>
                <a:spcPts val="0"/>
              </a:spcAft>
              <a:buSzPts val="4600"/>
              <a:buNone/>
              <a:defRPr sz="4600"/>
            </a:lvl8pPr>
            <a:lvl9pPr lvl="8" algn="ctr">
              <a:lnSpc>
                <a:spcPct val="100000"/>
              </a:lnSpc>
              <a:spcBef>
                <a:spcPts val="0"/>
              </a:spcBef>
              <a:spcAft>
                <a:spcPts val="0"/>
              </a:spcAft>
              <a:buSzPts val="4600"/>
              <a:buNone/>
              <a:defRPr sz="4600"/>
            </a:lvl9pPr>
          </a:lstStyle>
          <a:p/>
        </p:txBody>
      </p:sp>
      <p:sp>
        <p:nvSpPr>
          <p:cNvPr id="49" name="Google Shape;49;g2b47a2659c2_0_113"/>
          <p:cNvSpPr txBox="1"/>
          <p:nvPr>
            <p:ph idx="1" type="subTitle"/>
          </p:nvPr>
        </p:nvSpPr>
        <p:spPr>
          <a:xfrm>
            <a:off x="292419" y="3086843"/>
            <a:ext cx="4455300" cy="1360200"/>
          </a:xfrm>
          <a:prstGeom prst="rect">
            <a:avLst/>
          </a:prstGeom>
          <a:noFill/>
          <a:ln>
            <a:noFill/>
          </a:ln>
        </p:spPr>
        <p:txBody>
          <a:bodyPr anchorCtr="0" anchor="t" bIns="100700" lIns="100700" spcFirstLastPara="1" rIns="100700" wrap="square" tIns="100700">
            <a:normAutofit/>
          </a:bodyPr>
          <a:lstStyle>
            <a:lvl1pPr lvl="0" algn="ctr">
              <a:lnSpc>
                <a:spcPct val="100000"/>
              </a:lnSpc>
              <a:spcBef>
                <a:spcPts val="0"/>
              </a:spcBef>
              <a:spcAft>
                <a:spcPts val="0"/>
              </a:spcAft>
              <a:buSzPts val="2300"/>
              <a:buNone/>
              <a:defRPr sz="2300"/>
            </a:lvl1pPr>
            <a:lvl2pPr lvl="1" algn="ctr">
              <a:lnSpc>
                <a:spcPct val="100000"/>
              </a:lnSpc>
              <a:spcBef>
                <a:spcPts val="0"/>
              </a:spcBef>
              <a:spcAft>
                <a:spcPts val="0"/>
              </a:spcAft>
              <a:buSzPts val="2300"/>
              <a:buNone/>
              <a:defRPr sz="2300"/>
            </a:lvl2pPr>
            <a:lvl3pPr lvl="2" algn="ctr">
              <a:lnSpc>
                <a:spcPct val="100000"/>
              </a:lnSpc>
              <a:spcBef>
                <a:spcPts val="0"/>
              </a:spcBef>
              <a:spcAft>
                <a:spcPts val="0"/>
              </a:spcAft>
              <a:buSzPts val="2300"/>
              <a:buNone/>
              <a:defRPr sz="2300"/>
            </a:lvl3pPr>
            <a:lvl4pPr lvl="3" algn="ctr">
              <a:lnSpc>
                <a:spcPct val="100000"/>
              </a:lnSpc>
              <a:spcBef>
                <a:spcPts val="0"/>
              </a:spcBef>
              <a:spcAft>
                <a:spcPts val="0"/>
              </a:spcAft>
              <a:buSzPts val="2300"/>
              <a:buNone/>
              <a:defRPr sz="2300"/>
            </a:lvl4pPr>
            <a:lvl5pPr lvl="4" algn="ctr">
              <a:lnSpc>
                <a:spcPct val="100000"/>
              </a:lnSpc>
              <a:spcBef>
                <a:spcPts val="0"/>
              </a:spcBef>
              <a:spcAft>
                <a:spcPts val="0"/>
              </a:spcAft>
              <a:buSzPts val="2300"/>
              <a:buNone/>
              <a:defRPr sz="2300"/>
            </a:lvl5pPr>
            <a:lvl6pPr lvl="5" algn="ctr">
              <a:lnSpc>
                <a:spcPct val="100000"/>
              </a:lnSpc>
              <a:spcBef>
                <a:spcPts val="0"/>
              </a:spcBef>
              <a:spcAft>
                <a:spcPts val="0"/>
              </a:spcAft>
              <a:buSzPts val="2300"/>
              <a:buNone/>
              <a:defRPr sz="2300"/>
            </a:lvl6pPr>
            <a:lvl7pPr lvl="6" algn="ctr">
              <a:lnSpc>
                <a:spcPct val="100000"/>
              </a:lnSpc>
              <a:spcBef>
                <a:spcPts val="0"/>
              </a:spcBef>
              <a:spcAft>
                <a:spcPts val="0"/>
              </a:spcAft>
              <a:buSzPts val="2300"/>
              <a:buNone/>
              <a:defRPr sz="2300"/>
            </a:lvl7pPr>
            <a:lvl8pPr lvl="7" algn="ctr">
              <a:lnSpc>
                <a:spcPct val="100000"/>
              </a:lnSpc>
              <a:spcBef>
                <a:spcPts val="0"/>
              </a:spcBef>
              <a:spcAft>
                <a:spcPts val="0"/>
              </a:spcAft>
              <a:buSzPts val="2300"/>
              <a:buNone/>
              <a:defRPr sz="2300"/>
            </a:lvl8pPr>
            <a:lvl9pPr lvl="8" algn="ctr">
              <a:lnSpc>
                <a:spcPct val="100000"/>
              </a:lnSpc>
              <a:spcBef>
                <a:spcPts val="0"/>
              </a:spcBef>
              <a:spcAft>
                <a:spcPts val="0"/>
              </a:spcAft>
              <a:buSzPts val="2300"/>
              <a:buNone/>
              <a:defRPr sz="2300"/>
            </a:lvl9pPr>
          </a:lstStyle>
          <a:p/>
        </p:txBody>
      </p:sp>
      <p:sp>
        <p:nvSpPr>
          <p:cNvPr id="50" name="Google Shape;50;g2b47a2659c2_0_113"/>
          <p:cNvSpPr txBox="1"/>
          <p:nvPr>
            <p:ph idx="2" type="body"/>
          </p:nvPr>
        </p:nvSpPr>
        <p:spPr>
          <a:xfrm>
            <a:off x="5440310" y="797514"/>
            <a:ext cx="4226100" cy="4069200"/>
          </a:xfrm>
          <a:prstGeom prst="rect">
            <a:avLst/>
          </a:prstGeom>
          <a:noFill/>
          <a:ln>
            <a:noFill/>
          </a:ln>
        </p:spPr>
        <p:txBody>
          <a:bodyPr anchorCtr="0" anchor="ctr" bIns="100700" lIns="100700" spcFirstLastPara="1" rIns="100700" wrap="square" tIns="100700">
            <a:normAutofit/>
          </a:bodyPr>
          <a:lstStyle>
            <a:lvl1pPr indent="-355600" lvl="0" marL="457200" algn="l">
              <a:lnSpc>
                <a:spcPct val="115000"/>
              </a:lnSpc>
              <a:spcBef>
                <a:spcPts val="0"/>
              </a:spcBef>
              <a:spcAft>
                <a:spcPts val="0"/>
              </a:spcAft>
              <a:buClr>
                <a:schemeClr val="dk1"/>
              </a:buClr>
              <a:buSzPts val="2000"/>
              <a:buChar char="●"/>
              <a:defRPr>
                <a:solidFill>
                  <a:schemeClr val="dk1"/>
                </a:solidFill>
              </a:defRPr>
            </a:lvl1pPr>
            <a:lvl2pPr indent="-323850" lvl="1" marL="914400" algn="l">
              <a:lnSpc>
                <a:spcPct val="115000"/>
              </a:lnSpc>
              <a:spcBef>
                <a:spcPts val="0"/>
              </a:spcBef>
              <a:spcAft>
                <a:spcPts val="0"/>
              </a:spcAft>
              <a:buClr>
                <a:schemeClr val="dk1"/>
              </a:buClr>
              <a:buSzPts val="1500"/>
              <a:buChar char="○"/>
              <a:defRPr>
                <a:solidFill>
                  <a:schemeClr val="dk1"/>
                </a:solidFill>
              </a:defRPr>
            </a:lvl2pPr>
            <a:lvl3pPr indent="-323850" lvl="2" marL="1371600" algn="l">
              <a:lnSpc>
                <a:spcPct val="115000"/>
              </a:lnSpc>
              <a:spcBef>
                <a:spcPts val="0"/>
              </a:spcBef>
              <a:spcAft>
                <a:spcPts val="0"/>
              </a:spcAft>
              <a:buClr>
                <a:schemeClr val="dk1"/>
              </a:buClr>
              <a:buSzPts val="1500"/>
              <a:buChar char="■"/>
              <a:defRPr>
                <a:solidFill>
                  <a:schemeClr val="dk1"/>
                </a:solidFill>
              </a:defRPr>
            </a:lvl3pPr>
            <a:lvl4pPr indent="-323850" lvl="3" marL="1828800" algn="l">
              <a:lnSpc>
                <a:spcPct val="115000"/>
              </a:lnSpc>
              <a:spcBef>
                <a:spcPts val="0"/>
              </a:spcBef>
              <a:spcAft>
                <a:spcPts val="0"/>
              </a:spcAft>
              <a:buClr>
                <a:schemeClr val="dk1"/>
              </a:buClr>
              <a:buSzPts val="1500"/>
              <a:buChar char="●"/>
              <a:defRPr>
                <a:solidFill>
                  <a:schemeClr val="dk1"/>
                </a:solidFill>
              </a:defRPr>
            </a:lvl4pPr>
            <a:lvl5pPr indent="-323850" lvl="4" marL="2286000" algn="l">
              <a:lnSpc>
                <a:spcPct val="115000"/>
              </a:lnSpc>
              <a:spcBef>
                <a:spcPts val="0"/>
              </a:spcBef>
              <a:spcAft>
                <a:spcPts val="0"/>
              </a:spcAft>
              <a:buClr>
                <a:schemeClr val="dk1"/>
              </a:buClr>
              <a:buSzPts val="1500"/>
              <a:buChar char="○"/>
              <a:defRPr>
                <a:solidFill>
                  <a:schemeClr val="dk1"/>
                </a:solidFill>
              </a:defRPr>
            </a:lvl5pPr>
            <a:lvl6pPr indent="-323850" lvl="5" marL="2743200" algn="l">
              <a:lnSpc>
                <a:spcPct val="115000"/>
              </a:lnSpc>
              <a:spcBef>
                <a:spcPts val="0"/>
              </a:spcBef>
              <a:spcAft>
                <a:spcPts val="0"/>
              </a:spcAft>
              <a:buClr>
                <a:schemeClr val="dk1"/>
              </a:buClr>
              <a:buSzPts val="1500"/>
              <a:buChar char="■"/>
              <a:defRPr>
                <a:solidFill>
                  <a:schemeClr val="dk1"/>
                </a:solidFill>
              </a:defRPr>
            </a:lvl6pPr>
            <a:lvl7pPr indent="-323850" lvl="6" marL="3200400" algn="l">
              <a:lnSpc>
                <a:spcPct val="115000"/>
              </a:lnSpc>
              <a:spcBef>
                <a:spcPts val="0"/>
              </a:spcBef>
              <a:spcAft>
                <a:spcPts val="0"/>
              </a:spcAft>
              <a:buClr>
                <a:schemeClr val="dk1"/>
              </a:buClr>
              <a:buSzPts val="1500"/>
              <a:buChar char="●"/>
              <a:defRPr>
                <a:solidFill>
                  <a:schemeClr val="dk1"/>
                </a:solidFill>
              </a:defRPr>
            </a:lvl7pPr>
            <a:lvl8pPr indent="-323850" lvl="7" marL="3657600" algn="l">
              <a:lnSpc>
                <a:spcPct val="115000"/>
              </a:lnSpc>
              <a:spcBef>
                <a:spcPts val="0"/>
              </a:spcBef>
              <a:spcAft>
                <a:spcPts val="0"/>
              </a:spcAft>
              <a:buClr>
                <a:schemeClr val="dk1"/>
              </a:buClr>
              <a:buSzPts val="1500"/>
              <a:buChar char="○"/>
              <a:defRPr>
                <a:solidFill>
                  <a:schemeClr val="dk1"/>
                </a:solidFill>
              </a:defRPr>
            </a:lvl8pPr>
            <a:lvl9pPr indent="-323850" lvl="8" marL="4114800" algn="l">
              <a:lnSpc>
                <a:spcPct val="115000"/>
              </a:lnSpc>
              <a:spcBef>
                <a:spcPts val="0"/>
              </a:spcBef>
              <a:spcAft>
                <a:spcPts val="0"/>
              </a:spcAft>
              <a:buClr>
                <a:schemeClr val="dk1"/>
              </a:buClr>
              <a:buSzPts val="1500"/>
              <a:buChar char="■"/>
              <a:defRPr>
                <a:solidFill>
                  <a:schemeClr val="dk1"/>
                </a:solidFill>
              </a:defRPr>
            </a:lvl9pPr>
          </a:lstStyle>
          <a:p/>
        </p:txBody>
      </p:sp>
      <p:sp>
        <p:nvSpPr>
          <p:cNvPr id="51" name="Google Shape;51;g2b47a2659c2_0_113"/>
          <p:cNvSpPr txBox="1"/>
          <p:nvPr>
            <p:ph idx="12" type="sldNum"/>
          </p:nvPr>
        </p:nvSpPr>
        <p:spPr>
          <a:xfrm>
            <a:off x="9331471" y="5135296"/>
            <a:ext cx="604200" cy="433500"/>
          </a:xfrm>
          <a:prstGeom prst="rect">
            <a:avLst/>
          </a:prstGeom>
          <a:noFill/>
          <a:ln>
            <a:noFill/>
          </a:ln>
        </p:spPr>
        <p:txBody>
          <a:bodyPr anchorCtr="0" anchor="ctr" bIns="100700" lIns="100700" spcFirstLastPara="1" rIns="100700" wrap="square" tIns="100700">
            <a:norm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g2b47a2659c2_0_119"/>
          <p:cNvSpPr txBox="1"/>
          <p:nvPr>
            <p:ph idx="1" type="body"/>
          </p:nvPr>
        </p:nvSpPr>
        <p:spPr>
          <a:xfrm>
            <a:off x="343303" y="4658855"/>
            <a:ext cx="6606900" cy="666300"/>
          </a:xfrm>
          <a:prstGeom prst="rect">
            <a:avLst/>
          </a:prstGeom>
          <a:noFill/>
          <a:ln>
            <a:noFill/>
          </a:ln>
        </p:spPr>
        <p:txBody>
          <a:bodyPr anchorCtr="0" anchor="ctr" bIns="100700" lIns="100700" spcFirstLastPara="1" rIns="100700" wrap="square" tIns="100700">
            <a:normAutofit/>
          </a:bodyPr>
          <a:lstStyle>
            <a:lvl1pPr indent="-228600" lvl="0" marL="457200" algn="l">
              <a:lnSpc>
                <a:spcPct val="100000"/>
              </a:lnSpc>
              <a:spcBef>
                <a:spcPts val="0"/>
              </a:spcBef>
              <a:spcAft>
                <a:spcPts val="0"/>
              </a:spcAft>
              <a:buSzPts val="2000"/>
              <a:buNone/>
              <a:defRPr/>
            </a:lvl1pPr>
          </a:lstStyle>
          <a:p/>
        </p:txBody>
      </p:sp>
      <p:sp>
        <p:nvSpPr>
          <p:cNvPr id="54" name="Google Shape;54;g2b47a2659c2_0_119"/>
          <p:cNvSpPr txBox="1"/>
          <p:nvPr>
            <p:ph idx="12" type="sldNum"/>
          </p:nvPr>
        </p:nvSpPr>
        <p:spPr>
          <a:xfrm>
            <a:off x="9331471" y="5135296"/>
            <a:ext cx="604200" cy="433500"/>
          </a:xfrm>
          <a:prstGeom prst="rect">
            <a:avLst/>
          </a:prstGeom>
          <a:noFill/>
          <a:ln>
            <a:noFill/>
          </a:ln>
        </p:spPr>
        <p:txBody>
          <a:bodyPr anchorCtr="0" anchor="ctr" bIns="100700" lIns="100700" spcFirstLastPara="1" rIns="100700" wrap="square" tIns="100700">
            <a:norm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5" name="Shape 55"/>
        <p:cNvGrpSpPr/>
        <p:nvPr/>
      </p:nvGrpSpPr>
      <p:grpSpPr>
        <a:xfrm>
          <a:off x="0" y="0"/>
          <a:ext cx="0" cy="0"/>
          <a:chOff x="0" y="0"/>
          <a:chExt cx="0" cy="0"/>
        </a:xfrm>
      </p:grpSpPr>
      <p:sp>
        <p:nvSpPr>
          <p:cNvPr id="56" name="Google Shape;56;g2b47a2659c2_0_122"/>
          <p:cNvSpPr txBox="1"/>
          <p:nvPr>
            <p:ph hasCustomPrompt="1" type="title"/>
          </p:nvPr>
        </p:nvSpPr>
        <p:spPr>
          <a:xfrm>
            <a:off x="343303" y="1218103"/>
            <a:ext cx="9384600" cy="2162400"/>
          </a:xfrm>
          <a:prstGeom prst="rect">
            <a:avLst/>
          </a:prstGeom>
          <a:noFill/>
          <a:ln>
            <a:noFill/>
          </a:ln>
        </p:spPr>
        <p:txBody>
          <a:bodyPr anchorCtr="0" anchor="b" bIns="100700" lIns="100700" spcFirstLastPara="1" rIns="100700" wrap="square" tIns="100700">
            <a:normAutofit/>
          </a:bodyPr>
          <a:lstStyle>
            <a:lvl1pPr lvl="0" algn="ctr">
              <a:lnSpc>
                <a:spcPct val="100000"/>
              </a:lnSpc>
              <a:spcBef>
                <a:spcPts val="0"/>
              </a:spcBef>
              <a:spcAft>
                <a:spcPts val="0"/>
              </a:spcAft>
              <a:buSzPts val="13200"/>
              <a:buNone/>
              <a:defRPr sz="13200"/>
            </a:lvl1pPr>
            <a:lvl2pPr lvl="1" algn="ctr">
              <a:lnSpc>
                <a:spcPct val="100000"/>
              </a:lnSpc>
              <a:spcBef>
                <a:spcPts val="0"/>
              </a:spcBef>
              <a:spcAft>
                <a:spcPts val="0"/>
              </a:spcAft>
              <a:buSzPts val="13200"/>
              <a:buNone/>
              <a:defRPr sz="13200"/>
            </a:lvl2pPr>
            <a:lvl3pPr lvl="2" algn="ctr">
              <a:lnSpc>
                <a:spcPct val="100000"/>
              </a:lnSpc>
              <a:spcBef>
                <a:spcPts val="0"/>
              </a:spcBef>
              <a:spcAft>
                <a:spcPts val="0"/>
              </a:spcAft>
              <a:buSzPts val="13200"/>
              <a:buNone/>
              <a:defRPr sz="13200"/>
            </a:lvl3pPr>
            <a:lvl4pPr lvl="3" algn="ctr">
              <a:lnSpc>
                <a:spcPct val="100000"/>
              </a:lnSpc>
              <a:spcBef>
                <a:spcPts val="0"/>
              </a:spcBef>
              <a:spcAft>
                <a:spcPts val="0"/>
              </a:spcAft>
              <a:buSzPts val="13200"/>
              <a:buNone/>
              <a:defRPr sz="13200"/>
            </a:lvl4pPr>
            <a:lvl5pPr lvl="4" algn="ctr">
              <a:lnSpc>
                <a:spcPct val="100000"/>
              </a:lnSpc>
              <a:spcBef>
                <a:spcPts val="0"/>
              </a:spcBef>
              <a:spcAft>
                <a:spcPts val="0"/>
              </a:spcAft>
              <a:buSzPts val="13200"/>
              <a:buNone/>
              <a:defRPr sz="13200"/>
            </a:lvl5pPr>
            <a:lvl6pPr lvl="5" algn="ctr">
              <a:lnSpc>
                <a:spcPct val="100000"/>
              </a:lnSpc>
              <a:spcBef>
                <a:spcPts val="0"/>
              </a:spcBef>
              <a:spcAft>
                <a:spcPts val="0"/>
              </a:spcAft>
              <a:buSzPts val="13200"/>
              <a:buNone/>
              <a:defRPr sz="13200"/>
            </a:lvl6pPr>
            <a:lvl7pPr lvl="6" algn="ctr">
              <a:lnSpc>
                <a:spcPct val="100000"/>
              </a:lnSpc>
              <a:spcBef>
                <a:spcPts val="0"/>
              </a:spcBef>
              <a:spcAft>
                <a:spcPts val="0"/>
              </a:spcAft>
              <a:buSzPts val="13200"/>
              <a:buNone/>
              <a:defRPr sz="13200"/>
            </a:lvl7pPr>
            <a:lvl8pPr lvl="7" algn="ctr">
              <a:lnSpc>
                <a:spcPct val="100000"/>
              </a:lnSpc>
              <a:spcBef>
                <a:spcPts val="0"/>
              </a:spcBef>
              <a:spcAft>
                <a:spcPts val="0"/>
              </a:spcAft>
              <a:buSzPts val="13200"/>
              <a:buNone/>
              <a:defRPr sz="13200"/>
            </a:lvl8pPr>
            <a:lvl9pPr lvl="8" algn="ctr">
              <a:lnSpc>
                <a:spcPct val="100000"/>
              </a:lnSpc>
              <a:spcBef>
                <a:spcPts val="0"/>
              </a:spcBef>
              <a:spcAft>
                <a:spcPts val="0"/>
              </a:spcAft>
              <a:buSzPts val="13200"/>
              <a:buNone/>
              <a:defRPr sz="13200"/>
            </a:lvl9pPr>
          </a:lstStyle>
          <a:p>
            <a:r>
              <a:t>xx%</a:t>
            </a:r>
          </a:p>
        </p:txBody>
      </p:sp>
      <p:sp>
        <p:nvSpPr>
          <p:cNvPr id="57" name="Google Shape;57;g2b47a2659c2_0_122"/>
          <p:cNvSpPr txBox="1"/>
          <p:nvPr>
            <p:ph idx="1" type="body"/>
          </p:nvPr>
        </p:nvSpPr>
        <p:spPr>
          <a:xfrm>
            <a:off x="343303" y="3471339"/>
            <a:ext cx="9384600" cy="1432500"/>
          </a:xfrm>
          <a:prstGeom prst="rect">
            <a:avLst/>
          </a:prstGeom>
          <a:noFill/>
          <a:ln>
            <a:noFill/>
          </a:ln>
        </p:spPr>
        <p:txBody>
          <a:bodyPr anchorCtr="0" anchor="t" bIns="100700" lIns="100700" spcFirstLastPara="1" rIns="100700" wrap="square" tIns="100700">
            <a:normAutofit/>
          </a:bodyPr>
          <a:lstStyle>
            <a:lvl1pPr indent="-355600" lvl="0" marL="457200" algn="ctr">
              <a:lnSpc>
                <a:spcPct val="115000"/>
              </a:lnSpc>
              <a:spcBef>
                <a:spcPts val="0"/>
              </a:spcBef>
              <a:spcAft>
                <a:spcPts val="0"/>
              </a:spcAft>
              <a:buSzPts val="2000"/>
              <a:buChar char="●"/>
              <a:defRPr/>
            </a:lvl1pPr>
            <a:lvl2pPr indent="-323850" lvl="1" marL="914400" algn="ctr">
              <a:lnSpc>
                <a:spcPct val="115000"/>
              </a:lnSpc>
              <a:spcBef>
                <a:spcPts val="0"/>
              </a:spcBef>
              <a:spcAft>
                <a:spcPts val="0"/>
              </a:spcAft>
              <a:buSzPts val="1500"/>
              <a:buChar char="○"/>
              <a:defRPr/>
            </a:lvl2pPr>
            <a:lvl3pPr indent="-323850" lvl="2" marL="1371600" algn="ctr">
              <a:lnSpc>
                <a:spcPct val="115000"/>
              </a:lnSpc>
              <a:spcBef>
                <a:spcPts val="0"/>
              </a:spcBef>
              <a:spcAft>
                <a:spcPts val="0"/>
              </a:spcAft>
              <a:buSzPts val="1500"/>
              <a:buChar char="■"/>
              <a:defRPr/>
            </a:lvl3pPr>
            <a:lvl4pPr indent="-323850" lvl="3" marL="1828800" algn="ctr">
              <a:lnSpc>
                <a:spcPct val="115000"/>
              </a:lnSpc>
              <a:spcBef>
                <a:spcPts val="0"/>
              </a:spcBef>
              <a:spcAft>
                <a:spcPts val="0"/>
              </a:spcAft>
              <a:buSzPts val="1500"/>
              <a:buChar char="●"/>
              <a:defRPr/>
            </a:lvl4pPr>
            <a:lvl5pPr indent="-323850" lvl="4" marL="2286000" algn="ctr">
              <a:lnSpc>
                <a:spcPct val="115000"/>
              </a:lnSpc>
              <a:spcBef>
                <a:spcPts val="0"/>
              </a:spcBef>
              <a:spcAft>
                <a:spcPts val="0"/>
              </a:spcAft>
              <a:buSzPts val="1500"/>
              <a:buChar char="○"/>
              <a:defRPr/>
            </a:lvl5pPr>
            <a:lvl6pPr indent="-323850" lvl="5" marL="2743200" algn="ctr">
              <a:lnSpc>
                <a:spcPct val="115000"/>
              </a:lnSpc>
              <a:spcBef>
                <a:spcPts val="0"/>
              </a:spcBef>
              <a:spcAft>
                <a:spcPts val="0"/>
              </a:spcAft>
              <a:buSzPts val="1500"/>
              <a:buChar char="■"/>
              <a:defRPr/>
            </a:lvl6pPr>
            <a:lvl7pPr indent="-323850" lvl="6" marL="3200400" algn="ctr">
              <a:lnSpc>
                <a:spcPct val="115000"/>
              </a:lnSpc>
              <a:spcBef>
                <a:spcPts val="0"/>
              </a:spcBef>
              <a:spcAft>
                <a:spcPts val="0"/>
              </a:spcAft>
              <a:buSzPts val="1500"/>
              <a:buChar char="●"/>
              <a:defRPr/>
            </a:lvl7pPr>
            <a:lvl8pPr indent="-323850" lvl="7" marL="3657600" algn="ctr">
              <a:lnSpc>
                <a:spcPct val="115000"/>
              </a:lnSpc>
              <a:spcBef>
                <a:spcPts val="0"/>
              </a:spcBef>
              <a:spcAft>
                <a:spcPts val="0"/>
              </a:spcAft>
              <a:buSzPts val="1500"/>
              <a:buChar char="○"/>
              <a:defRPr/>
            </a:lvl8pPr>
            <a:lvl9pPr indent="-323850" lvl="8" marL="4114800" algn="ctr">
              <a:lnSpc>
                <a:spcPct val="115000"/>
              </a:lnSpc>
              <a:spcBef>
                <a:spcPts val="0"/>
              </a:spcBef>
              <a:spcAft>
                <a:spcPts val="0"/>
              </a:spcAft>
              <a:buSzPts val="1500"/>
              <a:buChar char="■"/>
              <a:defRPr/>
            </a:lvl9pPr>
          </a:lstStyle>
          <a:p/>
        </p:txBody>
      </p:sp>
      <p:sp>
        <p:nvSpPr>
          <p:cNvPr id="58" name="Google Shape;58;g2b47a2659c2_0_122"/>
          <p:cNvSpPr txBox="1"/>
          <p:nvPr>
            <p:ph idx="12" type="sldNum"/>
          </p:nvPr>
        </p:nvSpPr>
        <p:spPr>
          <a:xfrm>
            <a:off x="9331471" y="5135296"/>
            <a:ext cx="604200" cy="433500"/>
          </a:xfrm>
          <a:prstGeom prst="rect">
            <a:avLst/>
          </a:prstGeom>
          <a:noFill/>
          <a:ln>
            <a:noFill/>
          </a:ln>
        </p:spPr>
        <p:txBody>
          <a:bodyPr anchorCtr="0" anchor="ctr" bIns="100700" lIns="100700" spcFirstLastPara="1" rIns="100700" wrap="square" tIns="100700">
            <a:norm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9" name="Shape 59"/>
        <p:cNvGrpSpPr/>
        <p:nvPr/>
      </p:nvGrpSpPr>
      <p:grpSpPr>
        <a:xfrm>
          <a:off x="0" y="0"/>
          <a:ext cx="0" cy="0"/>
          <a:chOff x="0" y="0"/>
          <a:chExt cx="0" cy="0"/>
        </a:xfrm>
      </p:grpSpPr>
      <p:sp>
        <p:nvSpPr>
          <p:cNvPr id="60" name="Google Shape;60;g2b47a2659c2_0_126"/>
          <p:cNvSpPr txBox="1"/>
          <p:nvPr>
            <p:ph idx="12" type="sldNum"/>
          </p:nvPr>
        </p:nvSpPr>
        <p:spPr>
          <a:xfrm>
            <a:off x="9331471" y="5135296"/>
            <a:ext cx="604200" cy="433500"/>
          </a:xfrm>
          <a:prstGeom prst="rect">
            <a:avLst/>
          </a:prstGeom>
          <a:noFill/>
          <a:ln>
            <a:noFill/>
          </a:ln>
        </p:spPr>
        <p:txBody>
          <a:bodyPr anchorCtr="0" anchor="ctr" bIns="100700" lIns="100700" spcFirstLastPara="1" rIns="100700" wrap="square" tIns="100700">
            <a:norm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 branco 1">
  <p:cSld name="BLANK_1">
    <p:spTree>
      <p:nvGrpSpPr>
        <p:cNvPr id="61" name="Shape 61"/>
        <p:cNvGrpSpPr/>
        <p:nvPr/>
      </p:nvGrpSpPr>
      <p:grpSpPr>
        <a:xfrm>
          <a:off x="0" y="0"/>
          <a:ext cx="0" cy="0"/>
          <a:chOff x="0" y="0"/>
          <a:chExt cx="0" cy="0"/>
        </a:xfrm>
      </p:grpSpPr>
      <p:sp>
        <p:nvSpPr>
          <p:cNvPr id="62" name="Google Shape;62;g2b47a2659c2_0_150"/>
          <p:cNvSpPr txBox="1"/>
          <p:nvPr>
            <p:ph idx="12" type="sldNum"/>
          </p:nvPr>
        </p:nvSpPr>
        <p:spPr>
          <a:xfrm>
            <a:off x="9331471" y="5135296"/>
            <a:ext cx="604200" cy="433500"/>
          </a:xfrm>
          <a:prstGeom prst="rect">
            <a:avLst/>
          </a:prstGeom>
          <a:noFill/>
          <a:ln>
            <a:noFill/>
          </a:ln>
        </p:spPr>
        <p:txBody>
          <a:bodyPr anchorCtr="0" anchor="ctr" bIns="100700" lIns="100700" spcFirstLastPara="1" rIns="100700" wrap="square" tIns="100700">
            <a:norm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_2">
    <p:spTree>
      <p:nvGrpSpPr>
        <p:cNvPr id="63" name="Shape 63"/>
        <p:cNvGrpSpPr/>
        <p:nvPr/>
      </p:nvGrpSpPr>
      <p:grpSpPr>
        <a:xfrm>
          <a:off x="0" y="0"/>
          <a:ext cx="0" cy="0"/>
          <a:chOff x="0" y="0"/>
          <a:chExt cx="0" cy="0"/>
        </a:xfrm>
      </p:grpSpPr>
      <p:pic>
        <p:nvPicPr>
          <p:cNvPr id="64" name="Google Shape;64;g2b47a2659c2_0_152"/>
          <p:cNvPicPr preferRelativeResize="0"/>
          <p:nvPr/>
        </p:nvPicPr>
        <p:blipFill rotWithShape="1">
          <a:blip r:embed="rId2">
            <a:alphaModFix/>
          </a:blip>
          <a:srcRect b="0" l="49" r="39" t="0"/>
          <a:stretch/>
        </p:blipFill>
        <p:spPr>
          <a:xfrm>
            <a:off x="-27825" y="-18687"/>
            <a:ext cx="10126752" cy="5701574"/>
          </a:xfrm>
          <a:prstGeom prst="rect">
            <a:avLst/>
          </a:prstGeom>
          <a:noFill/>
          <a:ln>
            <a:noFill/>
          </a:ln>
        </p:spPr>
      </p:pic>
      <p:sp>
        <p:nvSpPr>
          <p:cNvPr id="65" name="Google Shape;65;g2b47a2659c2_0_152"/>
          <p:cNvSpPr txBox="1"/>
          <p:nvPr>
            <p:ph idx="12" type="sldNum"/>
          </p:nvPr>
        </p:nvSpPr>
        <p:spPr>
          <a:xfrm>
            <a:off x="9081593" y="5263645"/>
            <a:ext cx="604200" cy="433500"/>
          </a:xfrm>
          <a:prstGeom prst="rect">
            <a:avLst/>
          </a:prstGeom>
          <a:noFill/>
          <a:ln>
            <a:noFill/>
          </a:ln>
        </p:spPr>
        <p:txBody>
          <a:bodyPr anchorCtr="0" anchor="ctr" bIns="100700" lIns="100700" spcFirstLastPara="1" rIns="100700" wrap="square" tIns="100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_1_1">
    <p:spTree>
      <p:nvGrpSpPr>
        <p:cNvPr id="66" name="Shape 66"/>
        <p:cNvGrpSpPr/>
        <p:nvPr/>
      </p:nvGrpSpPr>
      <p:grpSpPr>
        <a:xfrm>
          <a:off x="0" y="0"/>
          <a:ext cx="0" cy="0"/>
          <a:chOff x="0" y="0"/>
          <a:chExt cx="0" cy="0"/>
        </a:xfrm>
      </p:grpSpPr>
      <p:sp>
        <p:nvSpPr>
          <p:cNvPr id="67" name="Google Shape;67;g2b47a2659c2_0_155"/>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68" name="Google Shape;68;g2b47a2659c2_0_155"/>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69" name="Google Shape;69;g2b47a2659c2_0_155"/>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70" name="Google Shape;70;g2b47a2659c2_0_155"/>
          <p:cNvPicPr preferRelativeResize="0"/>
          <p:nvPr/>
        </p:nvPicPr>
        <p:blipFill rotWithShape="1">
          <a:blip r:embed="rId2">
            <a:alphaModFix/>
          </a:blip>
          <a:srcRect b="0" l="0" r="0" t="0"/>
          <a:stretch/>
        </p:blipFill>
        <p:spPr>
          <a:xfrm>
            <a:off x="-42438" y="-24275"/>
            <a:ext cx="10155974" cy="571274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18" Type="http://schemas.openxmlformats.org/officeDocument/2006/relationships/theme" Target="../theme/theme2.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5" name="Shape 5"/>
        <p:cNvGrpSpPr/>
        <p:nvPr/>
      </p:nvGrpSpPr>
      <p:grpSpPr>
        <a:xfrm>
          <a:off x="0" y="0"/>
          <a:ext cx="0" cy="0"/>
          <a:chOff x="0" y="0"/>
          <a:chExt cx="0" cy="0"/>
        </a:xfrm>
      </p:grpSpPr>
      <p:sp>
        <p:nvSpPr>
          <p:cNvPr id="6" name="Google Shape;6;g2b47a2659c2_0_83"/>
          <p:cNvSpPr txBox="1"/>
          <p:nvPr>
            <p:ph type="title"/>
          </p:nvPr>
        </p:nvSpPr>
        <p:spPr>
          <a:xfrm>
            <a:off x="343303" y="490077"/>
            <a:ext cx="9384600" cy="630600"/>
          </a:xfrm>
          <a:prstGeom prst="rect">
            <a:avLst/>
          </a:prstGeom>
          <a:noFill/>
          <a:ln>
            <a:noFill/>
          </a:ln>
        </p:spPr>
        <p:txBody>
          <a:bodyPr anchorCtr="0" anchor="t" bIns="100700" lIns="100700" spcFirstLastPara="1" rIns="100700" wrap="square" tIns="100700">
            <a:normAutofit/>
          </a:bodyPr>
          <a:lstStyle>
            <a:lvl1pPr lvl="0" marR="0" rtl="0" algn="l">
              <a:lnSpc>
                <a:spcPct val="100000"/>
              </a:lnSpc>
              <a:spcBef>
                <a:spcPts val="0"/>
              </a:spcBef>
              <a:spcAft>
                <a:spcPts val="0"/>
              </a:spcAft>
              <a:buClr>
                <a:schemeClr val="dk1"/>
              </a:buClr>
              <a:buSzPts val="3100"/>
              <a:buFont typeface="Arial"/>
              <a:buNone/>
              <a:defRPr b="0" i="0" sz="31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3100"/>
              <a:buFont typeface="Arial"/>
              <a:buNone/>
              <a:defRPr b="0" i="0" sz="31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3100"/>
              <a:buFont typeface="Arial"/>
              <a:buNone/>
              <a:defRPr b="0" i="0" sz="31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3100"/>
              <a:buFont typeface="Arial"/>
              <a:buNone/>
              <a:defRPr b="0" i="0" sz="31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3100"/>
              <a:buFont typeface="Arial"/>
              <a:buNone/>
              <a:defRPr b="0" i="0" sz="31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3100"/>
              <a:buFont typeface="Arial"/>
              <a:buNone/>
              <a:defRPr b="0" i="0" sz="31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3100"/>
              <a:buFont typeface="Arial"/>
              <a:buNone/>
              <a:defRPr b="0" i="0" sz="31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3100"/>
              <a:buFont typeface="Arial"/>
              <a:buNone/>
              <a:defRPr b="0" i="0" sz="31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3100"/>
              <a:buFont typeface="Arial"/>
              <a:buNone/>
              <a:defRPr b="0" i="0" sz="3100" u="none" cap="none" strike="noStrike">
                <a:solidFill>
                  <a:schemeClr val="dk1"/>
                </a:solidFill>
                <a:latin typeface="Arial"/>
                <a:ea typeface="Arial"/>
                <a:cs typeface="Arial"/>
                <a:sym typeface="Arial"/>
              </a:defRPr>
            </a:lvl9pPr>
          </a:lstStyle>
          <a:p/>
        </p:txBody>
      </p:sp>
      <p:sp>
        <p:nvSpPr>
          <p:cNvPr id="7" name="Google Shape;7;g2b47a2659c2_0_83"/>
          <p:cNvSpPr txBox="1"/>
          <p:nvPr>
            <p:ph idx="1" type="body"/>
          </p:nvPr>
        </p:nvSpPr>
        <p:spPr>
          <a:xfrm>
            <a:off x="343303" y="1269145"/>
            <a:ext cx="9384600" cy="3762300"/>
          </a:xfrm>
          <a:prstGeom prst="rect">
            <a:avLst/>
          </a:prstGeom>
          <a:noFill/>
          <a:ln>
            <a:noFill/>
          </a:ln>
        </p:spPr>
        <p:txBody>
          <a:bodyPr anchorCtr="0" anchor="t" bIns="100700" lIns="100700" spcFirstLastPara="1" rIns="100700" wrap="square" tIns="100700">
            <a:normAutofit/>
          </a:bodyPr>
          <a:lstStyle>
            <a:lvl1pPr indent="-355600" lvl="0" marL="457200" marR="0" rtl="0" algn="l">
              <a:lnSpc>
                <a:spcPct val="115000"/>
              </a:lnSpc>
              <a:spcBef>
                <a:spcPts val="0"/>
              </a:spcBef>
              <a:spcAft>
                <a:spcPts val="0"/>
              </a:spcAft>
              <a:buClr>
                <a:schemeClr val="lt2"/>
              </a:buClr>
              <a:buSzPts val="2000"/>
              <a:buFont typeface="Arial"/>
              <a:buChar char="●"/>
              <a:defRPr b="0" i="0" sz="2000" u="none" cap="none" strike="noStrike">
                <a:solidFill>
                  <a:schemeClr val="lt2"/>
                </a:solidFill>
                <a:latin typeface="Arial"/>
                <a:ea typeface="Arial"/>
                <a:cs typeface="Arial"/>
                <a:sym typeface="Arial"/>
              </a:defRPr>
            </a:lvl1pPr>
            <a:lvl2pPr indent="-323850" lvl="1" marL="914400" marR="0" rtl="0" algn="l">
              <a:lnSpc>
                <a:spcPct val="115000"/>
              </a:lnSpc>
              <a:spcBef>
                <a:spcPts val="0"/>
              </a:spcBef>
              <a:spcAft>
                <a:spcPts val="0"/>
              </a:spcAft>
              <a:buClr>
                <a:schemeClr val="lt2"/>
              </a:buClr>
              <a:buSzPts val="1500"/>
              <a:buFont typeface="Arial"/>
              <a:buChar char="○"/>
              <a:defRPr b="0" i="0" sz="1500" u="none" cap="none" strike="noStrike">
                <a:solidFill>
                  <a:schemeClr val="lt2"/>
                </a:solidFill>
                <a:latin typeface="Arial"/>
                <a:ea typeface="Arial"/>
                <a:cs typeface="Arial"/>
                <a:sym typeface="Arial"/>
              </a:defRPr>
            </a:lvl2pPr>
            <a:lvl3pPr indent="-323850" lvl="2" marL="1371600" marR="0" rtl="0" algn="l">
              <a:lnSpc>
                <a:spcPct val="115000"/>
              </a:lnSpc>
              <a:spcBef>
                <a:spcPts val="0"/>
              </a:spcBef>
              <a:spcAft>
                <a:spcPts val="0"/>
              </a:spcAft>
              <a:buClr>
                <a:schemeClr val="lt2"/>
              </a:buClr>
              <a:buSzPts val="1500"/>
              <a:buFont typeface="Arial"/>
              <a:buChar char="■"/>
              <a:defRPr b="0" i="0" sz="1500" u="none" cap="none" strike="noStrike">
                <a:solidFill>
                  <a:schemeClr val="lt2"/>
                </a:solidFill>
                <a:latin typeface="Arial"/>
                <a:ea typeface="Arial"/>
                <a:cs typeface="Arial"/>
                <a:sym typeface="Arial"/>
              </a:defRPr>
            </a:lvl3pPr>
            <a:lvl4pPr indent="-323850" lvl="3" marL="1828800" marR="0" rtl="0" algn="l">
              <a:lnSpc>
                <a:spcPct val="115000"/>
              </a:lnSpc>
              <a:spcBef>
                <a:spcPts val="0"/>
              </a:spcBef>
              <a:spcAft>
                <a:spcPts val="0"/>
              </a:spcAft>
              <a:buClr>
                <a:schemeClr val="lt2"/>
              </a:buClr>
              <a:buSzPts val="1500"/>
              <a:buFont typeface="Arial"/>
              <a:buChar char="●"/>
              <a:defRPr b="0" i="0" sz="1500" u="none" cap="none" strike="noStrike">
                <a:solidFill>
                  <a:schemeClr val="lt2"/>
                </a:solidFill>
                <a:latin typeface="Arial"/>
                <a:ea typeface="Arial"/>
                <a:cs typeface="Arial"/>
                <a:sym typeface="Arial"/>
              </a:defRPr>
            </a:lvl4pPr>
            <a:lvl5pPr indent="-323850" lvl="4" marL="2286000" marR="0" rtl="0" algn="l">
              <a:lnSpc>
                <a:spcPct val="115000"/>
              </a:lnSpc>
              <a:spcBef>
                <a:spcPts val="0"/>
              </a:spcBef>
              <a:spcAft>
                <a:spcPts val="0"/>
              </a:spcAft>
              <a:buClr>
                <a:schemeClr val="lt2"/>
              </a:buClr>
              <a:buSzPts val="1500"/>
              <a:buFont typeface="Arial"/>
              <a:buChar char="○"/>
              <a:defRPr b="0" i="0" sz="1500" u="none" cap="none" strike="noStrike">
                <a:solidFill>
                  <a:schemeClr val="lt2"/>
                </a:solidFill>
                <a:latin typeface="Arial"/>
                <a:ea typeface="Arial"/>
                <a:cs typeface="Arial"/>
                <a:sym typeface="Arial"/>
              </a:defRPr>
            </a:lvl5pPr>
            <a:lvl6pPr indent="-323850" lvl="5" marL="2743200" marR="0" rtl="0" algn="l">
              <a:lnSpc>
                <a:spcPct val="115000"/>
              </a:lnSpc>
              <a:spcBef>
                <a:spcPts val="0"/>
              </a:spcBef>
              <a:spcAft>
                <a:spcPts val="0"/>
              </a:spcAft>
              <a:buClr>
                <a:schemeClr val="lt2"/>
              </a:buClr>
              <a:buSzPts val="1500"/>
              <a:buFont typeface="Arial"/>
              <a:buChar char="■"/>
              <a:defRPr b="0" i="0" sz="1500" u="none" cap="none" strike="noStrike">
                <a:solidFill>
                  <a:schemeClr val="lt2"/>
                </a:solidFill>
                <a:latin typeface="Arial"/>
                <a:ea typeface="Arial"/>
                <a:cs typeface="Arial"/>
                <a:sym typeface="Arial"/>
              </a:defRPr>
            </a:lvl6pPr>
            <a:lvl7pPr indent="-323850" lvl="6" marL="3200400" marR="0" rtl="0" algn="l">
              <a:lnSpc>
                <a:spcPct val="115000"/>
              </a:lnSpc>
              <a:spcBef>
                <a:spcPts val="0"/>
              </a:spcBef>
              <a:spcAft>
                <a:spcPts val="0"/>
              </a:spcAft>
              <a:buClr>
                <a:schemeClr val="lt2"/>
              </a:buClr>
              <a:buSzPts val="1500"/>
              <a:buFont typeface="Arial"/>
              <a:buChar char="●"/>
              <a:defRPr b="0" i="0" sz="1500" u="none" cap="none" strike="noStrike">
                <a:solidFill>
                  <a:schemeClr val="lt2"/>
                </a:solidFill>
                <a:latin typeface="Arial"/>
                <a:ea typeface="Arial"/>
                <a:cs typeface="Arial"/>
                <a:sym typeface="Arial"/>
              </a:defRPr>
            </a:lvl7pPr>
            <a:lvl8pPr indent="-323850" lvl="7" marL="3657600" marR="0" rtl="0" algn="l">
              <a:lnSpc>
                <a:spcPct val="115000"/>
              </a:lnSpc>
              <a:spcBef>
                <a:spcPts val="0"/>
              </a:spcBef>
              <a:spcAft>
                <a:spcPts val="0"/>
              </a:spcAft>
              <a:buClr>
                <a:schemeClr val="lt2"/>
              </a:buClr>
              <a:buSzPts val="1500"/>
              <a:buFont typeface="Arial"/>
              <a:buChar char="○"/>
              <a:defRPr b="0" i="0" sz="1500" u="none" cap="none" strike="noStrike">
                <a:solidFill>
                  <a:schemeClr val="lt2"/>
                </a:solidFill>
                <a:latin typeface="Arial"/>
                <a:ea typeface="Arial"/>
                <a:cs typeface="Arial"/>
                <a:sym typeface="Arial"/>
              </a:defRPr>
            </a:lvl8pPr>
            <a:lvl9pPr indent="-323850" lvl="8" marL="4114800" marR="0" rtl="0" algn="l">
              <a:lnSpc>
                <a:spcPct val="115000"/>
              </a:lnSpc>
              <a:spcBef>
                <a:spcPts val="0"/>
              </a:spcBef>
              <a:spcAft>
                <a:spcPts val="0"/>
              </a:spcAft>
              <a:buClr>
                <a:schemeClr val="lt2"/>
              </a:buClr>
              <a:buSzPts val="1500"/>
              <a:buFont typeface="Arial"/>
              <a:buChar char="■"/>
              <a:defRPr b="0" i="0" sz="1500" u="none" cap="none" strike="noStrike">
                <a:solidFill>
                  <a:schemeClr val="lt2"/>
                </a:solidFill>
                <a:latin typeface="Arial"/>
                <a:ea typeface="Arial"/>
                <a:cs typeface="Arial"/>
                <a:sym typeface="Arial"/>
              </a:defRPr>
            </a:lvl9pPr>
          </a:lstStyle>
          <a:p/>
        </p:txBody>
      </p:sp>
      <p:sp>
        <p:nvSpPr>
          <p:cNvPr id="8" name="Google Shape;8;g2b47a2659c2_0_83"/>
          <p:cNvSpPr txBox="1"/>
          <p:nvPr>
            <p:ph idx="12" type="sldNum"/>
          </p:nvPr>
        </p:nvSpPr>
        <p:spPr>
          <a:xfrm>
            <a:off x="9331471" y="5135296"/>
            <a:ext cx="604200" cy="433500"/>
          </a:xfrm>
          <a:prstGeom prst="rect">
            <a:avLst/>
          </a:prstGeom>
          <a:noFill/>
          <a:ln>
            <a:noFill/>
          </a:ln>
        </p:spPr>
        <p:txBody>
          <a:bodyPr anchorCtr="0" anchor="ctr" bIns="100700" lIns="100700" spcFirstLastPara="1" rIns="100700" wrap="square" tIns="100700">
            <a:norm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 Id="rId3" Type="http://schemas.openxmlformats.org/officeDocument/2006/relationships/image" Target="../media/image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6.xml"/><Relationship Id="rId3" Type="http://schemas.openxmlformats.org/officeDocument/2006/relationships/hyperlink" Target="mailto:bernardocmfgomes@gmail.com" TargetMode="External"/><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g3a39b102941_0_0"/>
          <p:cNvSpPr txBox="1"/>
          <p:nvPr>
            <p:ph type="ctrTitle"/>
          </p:nvPr>
        </p:nvSpPr>
        <p:spPr>
          <a:xfrm>
            <a:off x="343312" y="819952"/>
            <a:ext cx="9384600" cy="2260500"/>
          </a:xfrm>
          <a:prstGeom prst="rect">
            <a:avLst/>
          </a:prstGeom>
        </p:spPr>
        <p:txBody>
          <a:bodyPr anchorCtr="0" anchor="ctr" bIns="100700" lIns="100700" spcFirstLastPara="1" rIns="100700" wrap="square" tIns="100700">
            <a:noAutofit/>
          </a:bodyPr>
          <a:lstStyle/>
          <a:p>
            <a:pPr indent="0" lvl="0" marL="0" rtl="0" algn="ctr">
              <a:spcBef>
                <a:spcPts val="0"/>
              </a:spcBef>
              <a:spcAft>
                <a:spcPts val="0"/>
              </a:spcAft>
              <a:buSzPts val="990"/>
              <a:buNone/>
            </a:pPr>
            <a:r>
              <a:rPr lang="en-US" sz="4330">
                <a:latin typeface="Comfortaa"/>
                <a:ea typeface="Comfortaa"/>
                <a:cs typeface="Comfortaa"/>
                <a:sym typeface="Comfortaa"/>
              </a:rPr>
              <a:t>Criando a sua primeira análise de sentimentos utilizando técnicas NLP e LLM</a:t>
            </a:r>
            <a:endParaRPr sz="4330">
              <a:latin typeface="Comfortaa"/>
              <a:ea typeface="Comfortaa"/>
              <a:cs typeface="Comfortaa"/>
              <a:sym typeface="Comfortaa"/>
            </a:endParaRPr>
          </a:p>
        </p:txBody>
      </p:sp>
      <p:sp>
        <p:nvSpPr>
          <p:cNvPr id="76" name="Google Shape;76;g3a39b102941_0_0"/>
          <p:cNvSpPr txBox="1"/>
          <p:nvPr>
            <p:ph idx="1" type="subTitle"/>
          </p:nvPr>
        </p:nvSpPr>
        <p:spPr>
          <a:xfrm>
            <a:off x="343303" y="3121036"/>
            <a:ext cx="9384600" cy="872700"/>
          </a:xfrm>
          <a:prstGeom prst="rect">
            <a:avLst/>
          </a:prstGeom>
        </p:spPr>
        <p:txBody>
          <a:bodyPr anchorCtr="0" anchor="ctr" bIns="100700" lIns="100700" spcFirstLastPara="1" rIns="100700" wrap="square" tIns="100700">
            <a:normAutofit/>
          </a:bodyPr>
          <a:lstStyle/>
          <a:p>
            <a:pPr indent="0" lvl="0" marL="0" rtl="0" algn="ctr">
              <a:spcBef>
                <a:spcPts val="0"/>
              </a:spcBef>
              <a:spcAft>
                <a:spcPts val="0"/>
              </a:spcAft>
              <a:buNone/>
            </a:pPr>
            <a:r>
              <a:rPr lang="en-US" sz="2300">
                <a:latin typeface="Comfortaa"/>
                <a:ea typeface="Comfortaa"/>
                <a:cs typeface="Comfortaa"/>
                <a:sym typeface="Comfortaa"/>
              </a:rPr>
              <a:t>Ministrante: Bernardo de Castro Monteiro Franco Gomes</a:t>
            </a:r>
            <a:endParaRPr sz="2300">
              <a:latin typeface="Comfortaa"/>
              <a:ea typeface="Comfortaa"/>
              <a:cs typeface="Comfortaa"/>
              <a:sym typeface="Comforta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g3a39b102941_1_0"/>
          <p:cNvSpPr txBox="1"/>
          <p:nvPr>
            <p:ph type="title"/>
          </p:nvPr>
        </p:nvSpPr>
        <p:spPr>
          <a:xfrm>
            <a:off x="4572000" y="659650"/>
            <a:ext cx="5037900" cy="702600"/>
          </a:xfrm>
          <a:prstGeom prst="rect">
            <a:avLst/>
          </a:prstGeom>
        </p:spPr>
        <p:txBody>
          <a:bodyPr anchorCtr="0" anchor="ctr" bIns="100700" lIns="100700" spcFirstLastPara="1" rIns="100700" wrap="square" tIns="100700">
            <a:normAutofit/>
          </a:bodyPr>
          <a:lstStyle/>
          <a:p>
            <a:pPr indent="0" lvl="0" marL="0" rtl="0" algn="ctr">
              <a:spcBef>
                <a:spcPts val="0"/>
              </a:spcBef>
              <a:spcAft>
                <a:spcPts val="0"/>
              </a:spcAft>
              <a:buNone/>
            </a:pPr>
            <a:r>
              <a:rPr lang="en-US">
                <a:latin typeface="Cinzel"/>
                <a:ea typeface="Cinzel"/>
                <a:cs typeface="Cinzel"/>
                <a:sym typeface="Cinzel"/>
              </a:rPr>
              <a:t>Sobre mim:</a:t>
            </a:r>
            <a:endParaRPr>
              <a:latin typeface="Cinzel"/>
              <a:ea typeface="Cinzel"/>
              <a:cs typeface="Cinzel"/>
              <a:sym typeface="Cinzel"/>
            </a:endParaRPr>
          </a:p>
        </p:txBody>
      </p:sp>
      <p:sp>
        <p:nvSpPr>
          <p:cNvPr id="82" name="Google Shape;82;g3a39b102941_1_0"/>
          <p:cNvSpPr txBox="1"/>
          <p:nvPr>
            <p:ph idx="1" type="body"/>
          </p:nvPr>
        </p:nvSpPr>
        <p:spPr>
          <a:xfrm>
            <a:off x="4572000" y="1362250"/>
            <a:ext cx="5037900" cy="3840000"/>
          </a:xfrm>
          <a:prstGeom prst="rect">
            <a:avLst/>
          </a:prstGeom>
        </p:spPr>
        <p:txBody>
          <a:bodyPr anchorCtr="0" anchor="t" bIns="100700" lIns="100700" spcFirstLastPara="1" rIns="100700" wrap="square" tIns="100700">
            <a:normAutofit lnSpcReduction="10000"/>
          </a:bodyPr>
          <a:lstStyle/>
          <a:p>
            <a:pPr indent="0" lvl="0" marL="0" rtl="0" algn="l">
              <a:spcBef>
                <a:spcPts val="0"/>
              </a:spcBef>
              <a:spcAft>
                <a:spcPts val="0"/>
              </a:spcAft>
              <a:buNone/>
            </a:pPr>
            <a:r>
              <a:rPr lang="en-US" sz="1100">
                <a:solidFill>
                  <a:schemeClr val="accent2"/>
                </a:solidFill>
                <a:latin typeface="Comfortaa"/>
                <a:ea typeface="Comfortaa"/>
                <a:cs typeface="Comfortaa"/>
                <a:sym typeface="Comfortaa"/>
              </a:rPr>
              <a:t>Graduando em Ciência da Computação - UFSJ</a:t>
            </a:r>
            <a:endParaRPr sz="1100">
              <a:solidFill>
                <a:schemeClr val="accent2"/>
              </a:solidFill>
              <a:latin typeface="Comfortaa"/>
              <a:ea typeface="Comfortaa"/>
              <a:cs typeface="Comfortaa"/>
              <a:sym typeface="Comfortaa"/>
            </a:endParaRPr>
          </a:p>
          <a:p>
            <a:pPr indent="0" lvl="0" marL="0" rtl="0" algn="l">
              <a:spcBef>
                <a:spcPts val="0"/>
              </a:spcBef>
              <a:spcAft>
                <a:spcPts val="0"/>
              </a:spcAft>
              <a:buNone/>
            </a:pPr>
            <a:r>
              <a:rPr lang="en-US" sz="2400">
                <a:solidFill>
                  <a:schemeClr val="accent2"/>
                </a:solidFill>
                <a:latin typeface="Comfortaa"/>
                <a:ea typeface="Comfortaa"/>
                <a:cs typeface="Comfortaa"/>
                <a:sym typeface="Comfortaa"/>
              </a:rPr>
              <a:t>. </a:t>
            </a:r>
            <a:r>
              <a:rPr lang="en-US" sz="1200">
                <a:solidFill>
                  <a:schemeClr val="accent2"/>
                </a:solidFill>
                <a:latin typeface="Comfortaa"/>
                <a:ea typeface="Comfortaa"/>
                <a:cs typeface="Comfortaa"/>
                <a:sym typeface="Comfortaa"/>
              </a:rPr>
              <a:t>Possuo 19 anos</a:t>
            </a:r>
            <a:endParaRPr sz="1200">
              <a:solidFill>
                <a:schemeClr val="accent2"/>
              </a:solidFill>
              <a:latin typeface="Comfortaa"/>
              <a:ea typeface="Comfortaa"/>
              <a:cs typeface="Comfortaa"/>
              <a:sym typeface="Comfortaa"/>
            </a:endParaRPr>
          </a:p>
          <a:p>
            <a:pPr indent="0" lvl="0" marL="0" rtl="0" algn="l">
              <a:spcBef>
                <a:spcPts val="0"/>
              </a:spcBef>
              <a:spcAft>
                <a:spcPts val="0"/>
              </a:spcAft>
              <a:buNone/>
            </a:pPr>
            <a:r>
              <a:rPr lang="en-US" sz="2400">
                <a:solidFill>
                  <a:schemeClr val="accent2"/>
                </a:solidFill>
                <a:latin typeface="Comfortaa"/>
                <a:ea typeface="Comfortaa"/>
                <a:cs typeface="Comfortaa"/>
                <a:sym typeface="Comfortaa"/>
              </a:rPr>
              <a:t>. </a:t>
            </a:r>
            <a:r>
              <a:rPr lang="en-US" sz="1100">
                <a:solidFill>
                  <a:schemeClr val="accent2"/>
                </a:solidFill>
                <a:latin typeface="Comfortaa"/>
                <a:ea typeface="Comfortaa"/>
                <a:cs typeface="Comfortaa"/>
                <a:sym typeface="Comfortaa"/>
              </a:rPr>
              <a:t>Dou aulas</a:t>
            </a:r>
            <a:r>
              <a:rPr lang="en-US" sz="1100">
                <a:solidFill>
                  <a:schemeClr val="accent2"/>
                </a:solidFill>
                <a:latin typeface="Comfortaa"/>
                <a:ea typeface="Comfortaa"/>
                <a:cs typeface="Comfortaa"/>
                <a:sym typeface="Comfortaa"/>
              </a:rPr>
              <a:t> de Desenvolvimento Full-Stack e Aprendizado de Máquina</a:t>
            </a:r>
            <a:endParaRPr sz="1100">
              <a:solidFill>
                <a:schemeClr val="accent2"/>
              </a:solidFill>
              <a:latin typeface="Comfortaa"/>
              <a:ea typeface="Comfortaa"/>
              <a:cs typeface="Comfortaa"/>
              <a:sym typeface="Comfortaa"/>
            </a:endParaRPr>
          </a:p>
          <a:p>
            <a:pPr indent="0" lvl="0" marL="0" rtl="0" algn="l">
              <a:spcBef>
                <a:spcPts val="0"/>
              </a:spcBef>
              <a:spcAft>
                <a:spcPts val="0"/>
              </a:spcAft>
              <a:buNone/>
            </a:pPr>
            <a:r>
              <a:rPr lang="en-US" sz="2400">
                <a:solidFill>
                  <a:schemeClr val="accent2"/>
                </a:solidFill>
                <a:latin typeface="Comfortaa"/>
                <a:ea typeface="Comfortaa"/>
                <a:cs typeface="Comfortaa"/>
                <a:sym typeface="Comfortaa"/>
              </a:rPr>
              <a:t>. </a:t>
            </a:r>
            <a:r>
              <a:rPr lang="en-US" sz="1100">
                <a:solidFill>
                  <a:schemeClr val="accent2"/>
                </a:solidFill>
                <a:latin typeface="Comfortaa"/>
                <a:ea typeface="Comfortaa"/>
                <a:cs typeface="Comfortaa"/>
                <a:sym typeface="Comfortaa"/>
              </a:rPr>
              <a:t>Desenvolvo projetos, minicursos e palestras para feiras de tecnologia e para faculdade</a:t>
            </a:r>
            <a:endParaRPr sz="1100">
              <a:solidFill>
                <a:schemeClr val="accent2"/>
              </a:solidFill>
              <a:latin typeface="Comfortaa"/>
              <a:ea typeface="Comfortaa"/>
              <a:cs typeface="Comfortaa"/>
              <a:sym typeface="Comfortaa"/>
            </a:endParaRPr>
          </a:p>
          <a:p>
            <a:pPr indent="0" lvl="0" marL="0" rtl="0" algn="l">
              <a:spcBef>
                <a:spcPts val="0"/>
              </a:spcBef>
              <a:spcAft>
                <a:spcPts val="0"/>
              </a:spcAft>
              <a:buNone/>
            </a:pPr>
            <a:r>
              <a:rPr lang="en-US" sz="1100">
                <a:solidFill>
                  <a:schemeClr val="accent2"/>
                </a:solidFill>
                <a:latin typeface="Comfortaa"/>
                <a:ea typeface="Comfortaa"/>
                <a:cs typeface="Comfortaa"/>
                <a:sym typeface="Comfortaa"/>
              </a:rPr>
              <a:t>	</a:t>
            </a:r>
            <a:r>
              <a:rPr lang="en-US" sz="2400">
                <a:solidFill>
                  <a:schemeClr val="accent2"/>
                </a:solidFill>
                <a:latin typeface="Comfortaa"/>
                <a:ea typeface="Comfortaa"/>
                <a:cs typeface="Comfortaa"/>
                <a:sym typeface="Comfortaa"/>
              </a:rPr>
              <a:t>. </a:t>
            </a:r>
            <a:r>
              <a:rPr lang="en-US" sz="1100">
                <a:solidFill>
                  <a:schemeClr val="accent2"/>
                </a:solidFill>
                <a:latin typeface="Comfortaa"/>
                <a:ea typeface="Comfortaa"/>
                <a:cs typeface="Comfortaa"/>
                <a:sym typeface="Comfortaa"/>
              </a:rPr>
              <a:t>Projeto: CommentSentimentAPI</a:t>
            </a:r>
            <a:endParaRPr sz="1100">
              <a:solidFill>
                <a:schemeClr val="accent2"/>
              </a:solidFill>
              <a:latin typeface="Comfortaa"/>
              <a:ea typeface="Comfortaa"/>
              <a:cs typeface="Comfortaa"/>
              <a:sym typeface="Comfortaa"/>
            </a:endParaRPr>
          </a:p>
          <a:p>
            <a:pPr indent="0" lvl="0" marL="0" rtl="0" algn="l">
              <a:spcBef>
                <a:spcPts val="0"/>
              </a:spcBef>
              <a:spcAft>
                <a:spcPts val="0"/>
              </a:spcAft>
              <a:buNone/>
            </a:pPr>
            <a:r>
              <a:rPr lang="en-US" sz="1100">
                <a:solidFill>
                  <a:schemeClr val="accent2"/>
                </a:solidFill>
                <a:latin typeface="Comfortaa"/>
                <a:ea typeface="Comfortaa"/>
                <a:cs typeface="Comfortaa"/>
                <a:sym typeface="Comfortaa"/>
              </a:rPr>
              <a:t>	</a:t>
            </a:r>
            <a:r>
              <a:rPr lang="en-US" sz="2400">
                <a:solidFill>
                  <a:schemeClr val="accent2"/>
                </a:solidFill>
                <a:latin typeface="Comfortaa"/>
                <a:ea typeface="Comfortaa"/>
                <a:cs typeface="Comfortaa"/>
                <a:sym typeface="Comfortaa"/>
              </a:rPr>
              <a:t>. </a:t>
            </a:r>
            <a:r>
              <a:rPr lang="en-US" sz="1100">
                <a:solidFill>
                  <a:schemeClr val="accent2"/>
                </a:solidFill>
                <a:latin typeface="Comfortaa"/>
                <a:ea typeface="Comfortaa"/>
                <a:cs typeface="Comfortaa"/>
                <a:sym typeface="Comfortaa"/>
              </a:rPr>
              <a:t>Projeto: ThreatGuardianAPI</a:t>
            </a:r>
            <a:endParaRPr sz="1100">
              <a:solidFill>
                <a:schemeClr val="accent2"/>
              </a:solidFill>
              <a:latin typeface="Comfortaa"/>
              <a:ea typeface="Comfortaa"/>
              <a:cs typeface="Comfortaa"/>
              <a:sym typeface="Comfortaa"/>
            </a:endParaRPr>
          </a:p>
          <a:p>
            <a:pPr indent="0" lvl="0" marL="0" rtl="0" algn="l">
              <a:spcBef>
                <a:spcPts val="0"/>
              </a:spcBef>
              <a:spcAft>
                <a:spcPts val="0"/>
              </a:spcAft>
              <a:buNone/>
            </a:pPr>
            <a:r>
              <a:rPr lang="en-US" sz="1100">
                <a:solidFill>
                  <a:schemeClr val="accent2"/>
                </a:solidFill>
                <a:latin typeface="Comfortaa"/>
                <a:ea typeface="Comfortaa"/>
                <a:cs typeface="Comfortaa"/>
                <a:sym typeface="Comfortaa"/>
              </a:rPr>
              <a:t>	</a:t>
            </a:r>
            <a:r>
              <a:rPr lang="en-US" sz="2400">
                <a:solidFill>
                  <a:schemeClr val="accent2"/>
                </a:solidFill>
                <a:latin typeface="Comfortaa"/>
                <a:ea typeface="Comfortaa"/>
                <a:cs typeface="Comfortaa"/>
                <a:sym typeface="Comfortaa"/>
              </a:rPr>
              <a:t>. </a:t>
            </a:r>
            <a:r>
              <a:rPr lang="en-US" sz="1100">
                <a:solidFill>
                  <a:schemeClr val="accent2"/>
                </a:solidFill>
                <a:latin typeface="Comfortaa"/>
                <a:ea typeface="Comfortaa"/>
                <a:cs typeface="Comfortaa"/>
                <a:sym typeface="Comfortaa"/>
              </a:rPr>
              <a:t>Minicurso: Desenvolvimento Prático de Sistemas com</a:t>
            </a:r>
            <a:endParaRPr sz="1100">
              <a:solidFill>
                <a:schemeClr val="accent2"/>
              </a:solidFill>
              <a:latin typeface="Comfortaa"/>
              <a:ea typeface="Comfortaa"/>
              <a:cs typeface="Comfortaa"/>
              <a:sym typeface="Comfortaa"/>
            </a:endParaRPr>
          </a:p>
          <a:p>
            <a:pPr indent="0" lvl="0" marL="457200" rtl="0" algn="l">
              <a:spcBef>
                <a:spcPts val="0"/>
              </a:spcBef>
              <a:spcAft>
                <a:spcPts val="0"/>
              </a:spcAft>
              <a:buNone/>
            </a:pPr>
            <a:r>
              <a:rPr lang="en-US" sz="1100">
                <a:solidFill>
                  <a:schemeClr val="accent2"/>
                </a:solidFill>
                <a:latin typeface="Comfortaa"/>
                <a:ea typeface="Comfortaa"/>
                <a:cs typeface="Comfortaa"/>
                <a:sym typeface="Comfortaa"/>
              </a:rPr>
              <a:t>    JavaScript e Flask</a:t>
            </a:r>
            <a:endParaRPr sz="1100">
              <a:solidFill>
                <a:schemeClr val="accent2"/>
              </a:solidFill>
              <a:latin typeface="Comfortaa"/>
              <a:ea typeface="Comfortaa"/>
              <a:cs typeface="Comfortaa"/>
              <a:sym typeface="Comfortaa"/>
            </a:endParaRPr>
          </a:p>
          <a:p>
            <a:pPr indent="0" lvl="0" marL="0" rtl="0" algn="l">
              <a:spcBef>
                <a:spcPts val="0"/>
              </a:spcBef>
              <a:spcAft>
                <a:spcPts val="0"/>
              </a:spcAft>
              <a:buNone/>
            </a:pPr>
            <a:r>
              <a:rPr lang="en-US" sz="2400">
                <a:solidFill>
                  <a:schemeClr val="accent2"/>
                </a:solidFill>
                <a:latin typeface="Comfortaa"/>
                <a:ea typeface="Comfortaa"/>
                <a:cs typeface="Comfortaa"/>
                <a:sym typeface="Comfortaa"/>
              </a:rPr>
              <a:t>. </a:t>
            </a:r>
            <a:r>
              <a:rPr lang="en-US" sz="1100">
                <a:solidFill>
                  <a:schemeClr val="accent2"/>
                </a:solidFill>
                <a:latin typeface="Comfortaa"/>
                <a:ea typeface="Comfortaa"/>
                <a:cs typeface="Comfortaa"/>
                <a:sym typeface="Comfortaa"/>
              </a:rPr>
              <a:t>Trabalho como freelancer em projetos relacionados com Aprendizado de Máquina e Jogos (Ex: Minecraft)</a:t>
            </a:r>
            <a:endParaRPr>
              <a:solidFill>
                <a:schemeClr val="accent2"/>
              </a:solidFill>
              <a:latin typeface="Comfortaa"/>
              <a:ea typeface="Comfortaa"/>
              <a:cs typeface="Comfortaa"/>
              <a:sym typeface="Comfortaa"/>
            </a:endParaRPr>
          </a:p>
        </p:txBody>
      </p:sp>
      <p:pic>
        <p:nvPicPr>
          <p:cNvPr id="83" name="Google Shape;83;g3a39b102941_1_0"/>
          <p:cNvPicPr preferRelativeResize="0"/>
          <p:nvPr/>
        </p:nvPicPr>
        <p:blipFill>
          <a:blip r:embed="rId3">
            <a:alphaModFix/>
          </a:blip>
          <a:stretch>
            <a:fillRect/>
          </a:stretch>
        </p:blipFill>
        <p:spPr>
          <a:xfrm>
            <a:off x="374675" y="659650"/>
            <a:ext cx="4197325" cy="45425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g3a39b102941_1_5"/>
          <p:cNvSpPr txBox="1"/>
          <p:nvPr>
            <p:ph type="title"/>
          </p:nvPr>
        </p:nvSpPr>
        <p:spPr>
          <a:xfrm>
            <a:off x="343303" y="490077"/>
            <a:ext cx="9384600" cy="630600"/>
          </a:xfrm>
          <a:prstGeom prst="rect">
            <a:avLst/>
          </a:prstGeom>
        </p:spPr>
        <p:txBody>
          <a:bodyPr anchorCtr="0" anchor="ctr" bIns="100700" lIns="100700" spcFirstLastPara="1" rIns="100700" wrap="square" tIns="100700">
            <a:normAutofit fontScale="90000"/>
          </a:bodyPr>
          <a:lstStyle/>
          <a:p>
            <a:pPr indent="0" lvl="0" marL="0" rtl="0" algn="ctr">
              <a:spcBef>
                <a:spcPts val="0"/>
              </a:spcBef>
              <a:spcAft>
                <a:spcPts val="0"/>
              </a:spcAft>
              <a:buNone/>
            </a:pPr>
            <a:r>
              <a:rPr lang="en-US">
                <a:solidFill>
                  <a:schemeClr val="accent4"/>
                </a:solidFill>
                <a:latin typeface="Cinzel"/>
                <a:ea typeface="Cinzel"/>
                <a:cs typeface="Cinzel"/>
                <a:sym typeface="Cinzel"/>
              </a:rPr>
              <a:t>Panorama PLN</a:t>
            </a:r>
            <a:r>
              <a:rPr lang="en-US">
                <a:latin typeface="Cinzel"/>
                <a:ea typeface="Cinzel"/>
                <a:cs typeface="Cinzel"/>
                <a:sym typeface="Cinzel"/>
              </a:rPr>
              <a:t> </a:t>
            </a:r>
            <a:r>
              <a:rPr lang="en-US">
                <a:solidFill>
                  <a:schemeClr val="lt2"/>
                </a:solidFill>
                <a:latin typeface="Cinzel"/>
                <a:ea typeface="Cinzel"/>
                <a:cs typeface="Cinzel"/>
                <a:sym typeface="Cinzel"/>
              </a:rPr>
              <a:t>|</a:t>
            </a:r>
            <a:r>
              <a:rPr lang="en-US">
                <a:latin typeface="Cinzel"/>
                <a:ea typeface="Cinzel"/>
                <a:cs typeface="Cinzel"/>
                <a:sym typeface="Cinzel"/>
              </a:rPr>
              <a:t> O que é?</a:t>
            </a:r>
            <a:endParaRPr>
              <a:latin typeface="Cinzel"/>
              <a:ea typeface="Cinzel"/>
              <a:cs typeface="Cinzel"/>
              <a:sym typeface="Cinzel"/>
            </a:endParaRPr>
          </a:p>
        </p:txBody>
      </p:sp>
      <p:sp>
        <p:nvSpPr>
          <p:cNvPr id="89" name="Google Shape;89;g3a39b102941_1_5"/>
          <p:cNvSpPr txBox="1"/>
          <p:nvPr>
            <p:ph idx="1" type="body"/>
          </p:nvPr>
        </p:nvSpPr>
        <p:spPr>
          <a:xfrm>
            <a:off x="5530802" y="1269150"/>
            <a:ext cx="4197000" cy="3762300"/>
          </a:xfrm>
          <a:prstGeom prst="rect">
            <a:avLst/>
          </a:prstGeom>
        </p:spPr>
        <p:txBody>
          <a:bodyPr anchorCtr="0" anchor="t" bIns="100700" lIns="100700" spcFirstLastPara="1" rIns="100700" wrap="square" tIns="100700">
            <a:normAutofit lnSpcReduction="20000"/>
          </a:bodyPr>
          <a:lstStyle/>
          <a:p>
            <a:pPr indent="0" lvl="0" marL="0" rtl="0" algn="ctr">
              <a:spcBef>
                <a:spcPts val="0"/>
              </a:spcBef>
              <a:spcAft>
                <a:spcPts val="0"/>
              </a:spcAft>
              <a:buNone/>
            </a:pPr>
            <a:r>
              <a:rPr lang="en-US">
                <a:latin typeface="Comfortaa"/>
                <a:ea typeface="Comfortaa"/>
                <a:cs typeface="Comfortaa"/>
                <a:sym typeface="Comfortaa"/>
              </a:rPr>
              <a:t>Área da inteligência artificial que se dedica à interpretação, compreensão e geração de linguagem humana por computadores.</a:t>
            </a:r>
            <a:endParaRPr>
              <a:latin typeface="Comfortaa"/>
              <a:ea typeface="Comfortaa"/>
              <a:cs typeface="Comfortaa"/>
              <a:sym typeface="Comfortaa"/>
            </a:endParaRPr>
          </a:p>
          <a:p>
            <a:pPr indent="0" lvl="0" marL="0" rtl="0" algn="ctr">
              <a:spcBef>
                <a:spcPts val="0"/>
              </a:spcBef>
              <a:spcAft>
                <a:spcPts val="0"/>
              </a:spcAft>
              <a:buNone/>
            </a:pPr>
            <a:r>
              <a:t/>
            </a:r>
            <a:endParaRPr>
              <a:latin typeface="Comfortaa"/>
              <a:ea typeface="Comfortaa"/>
              <a:cs typeface="Comfortaa"/>
              <a:sym typeface="Comfortaa"/>
            </a:endParaRPr>
          </a:p>
          <a:p>
            <a:pPr indent="0" lvl="0" marL="0" rtl="0" algn="ctr">
              <a:spcBef>
                <a:spcPts val="0"/>
              </a:spcBef>
              <a:spcAft>
                <a:spcPts val="0"/>
              </a:spcAft>
              <a:buNone/>
            </a:pPr>
            <a:r>
              <a:rPr lang="en-US">
                <a:latin typeface="Comfortaa"/>
                <a:ea typeface="Comfortaa"/>
                <a:cs typeface="Comfortaa"/>
                <a:sym typeface="Comfortaa"/>
              </a:rPr>
              <a:t>Ponte entre o que </a:t>
            </a:r>
            <a:r>
              <a:rPr lang="en-US">
                <a:latin typeface="Comfortaa"/>
                <a:ea typeface="Comfortaa"/>
                <a:cs typeface="Comfortaa"/>
                <a:sym typeface="Comfortaa"/>
              </a:rPr>
              <a:t>os seres humanos dizem ou escrevem e a capacidade das máquinas de responder de maneira coerente e contextual.</a:t>
            </a:r>
            <a:endParaRPr>
              <a:latin typeface="Comfortaa"/>
              <a:ea typeface="Comfortaa"/>
              <a:cs typeface="Comfortaa"/>
              <a:sym typeface="Comfortaa"/>
            </a:endParaRPr>
          </a:p>
        </p:txBody>
      </p:sp>
      <p:pic>
        <p:nvPicPr>
          <p:cNvPr id="90" name="Google Shape;90;g3a39b102941_1_5"/>
          <p:cNvPicPr preferRelativeResize="0"/>
          <p:nvPr/>
        </p:nvPicPr>
        <p:blipFill>
          <a:blip r:embed="rId3">
            <a:alphaModFix/>
          </a:blip>
          <a:stretch>
            <a:fillRect/>
          </a:stretch>
        </p:blipFill>
        <p:spPr>
          <a:xfrm>
            <a:off x="343300" y="1671313"/>
            <a:ext cx="5187500" cy="29579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g3a39b102941_1_15"/>
          <p:cNvSpPr txBox="1"/>
          <p:nvPr>
            <p:ph type="title"/>
          </p:nvPr>
        </p:nvSpPr>
        <p:spPr>
          <a:xfrm>
            <a:off x="343303" y="490077"/>
            <a:ext cx="9384600" cy="630600"/>
          </a:xfrm>
          <a:prstGeom prst="rect">
            <a:avLst/>
          </a:prstGeom>
        </p:spPr>
        <p:txBody>
          <a:bodyPr anchorCtr="0" anchor="ctr" bIns="100700" lIns="100700" spcFirstLastPara="1" rIns="100700" wrap="square" tIns="100700">
            <a:normAutofit fontScale="90000"/>
          </a:bodyPr>
          <a:lstStyle/>
          <a:p>
            <a:pPr indent="0" lvl="0" marL="0" rtl="0" algn="ctr">
              <a:spcBef>
                <a:spcPts val="0"/>
              </a:spcBef>
              <a:spcAft>
                <a:spcPts val="0"/>
              </a:spcAft>
              <a:buNone/>
            </a:pPr>
            <a:r>
              <a:rPr lang="en-US">
                <a:solidFill>
                  <a:schemeClr val="accent4"/>
                </a:solidFill>
                <a:latin typeface="Cinzel"/>
                <a:ea typeface="Cinzel"/>
                <a:cs typeface="Cinzel"/>
                <a:sym typeface="Cinzel"/>
              </a:rPr>
              <a:t>Panorama PLN</a:t>
            </a:r>
            <a:r>
              <a:rPr lang="en-US">
                <a:latin typeface="Cinzel"/>
                <a:ea typeface="Cinzel"/>
                <a:cs typeface="Cinzel"/>
                <a:sym typeface="Cinzel"/>
              </a:rPr>
              <a:t> </a:t>
            </a:r>
            <a:r>
              <a:rPr lang="en-US">
                <a:solidFill>
                  <a:schemeClr val="lt2"/>
                </a:solidFill>
                <a:latin typeface="Cinzel"/>
                <a:ea typeface="Cinzel"/>
                <a:cs typeface="Cinzel"/>
                <a:sym typeface="Cinzel"/>
              </a:rPr>
              <a:t>|</a:t>
            </a:r>
            <a:r>
              <a:rPr lang="en-US">
                <a:latin typeface="Cinzel"/>
                <a:ea typeface="Cinzel"/>
                <a:cs typeface="Cinzel"/>
                <a:sym typeface="Cinzel"/>
              </a:rPr>
              <a:t> Como funciona pln?</a:t>
            </a:r>
            <a:endParaRPr>
              <a:latin typeface="Cinzel"/>
              <a:ea typeface="Cinzel"/>
              <a:cs typeface="Cinzel"/>
              <a:sym typeface="Cinzel"/>
            </a:endParaRPr>
          </a:p>
        </p:txBody>
      </p:sp>
      <p:sp>
        <p:nvSpPr>
          <p:cNvPr id="96" name="Google Shape;96;g3a39b102941_1_15"/>
          <p:cNvSpPr txBox="1"/>
          <p:nvPr>
            <p:ph idx="1" type="body"/>
          </p:nvPr>
        </p:nvSpPr>
        <p:spPr>
          <a:xfrm>
            <a:off x="5842402" y="1269150"/>
            <a:ext cx="3885600" cy="3762300"/>
          </a:xfrm>
          <a:prstGeom prst="rect">
            <a:avLst/>
          </a:prstGeom>
        </p:spPr>
        <p:txBody>
          <a:bodyPr anchorCtr="0" anchor="t" bIns="100700" lIns="100700" spcFirstLastPara="1" rIns="100700" wrap="square" tIns="100700">
            <a:normAutofit/>
          </a:bodyPr>
          <a:lstStyle/>
          <a:p>
            <a:pPr indent="0" lvl="0" marL="0" rtl="0" algn="ctr">
              <a:spcBef>
                <a:spcPts val="0"/>
              </a:spcBef>
              <a:spcAft>
                <a:spcPts val="0"/>
              </a:spcAft>
              <a:buNone/>
            </a:pPr>
            <a:r>
              <a:rPr lang="en-US">
                <a:latin typeface="Comfortaa"/>
                <a:ea typeface="Comfortaa"/>
                <a:cs typeface="Comfortaa"/>
                <a:sym typeface="Comfortaa"/>
              </a:rPr>
              <a:t>Combina-se conceitos da linguística e da ciência da computação para permitir que máquinas entendam a linguagem natural, ou seja, como nós humanos nos comunicamos no dia a dia.</a:t>
            </a:r>
            <a:endParaRPr>
              <a:latin typeface="Comfortaa"/>
              <a:ea typeface="Comfortaa"/>
              <a:cs typeface="Comfortaa"/>
              <a:sym typeface="Comfortaa"/>
            </a:endParaRPr>
          </a:p>
          <a:p>
            <a:pPr indent="0" lvl="0" marL="0" rtl="0" algn="ctr">
              <a:spcBef>
                <a:spcPts val="0"/>
              </a:spcBef>
              <a:spcAft>
                <a:spcPts val="0"/>
              </a:spcAft>
              <a:buNone/>
            </a:pPr>
            <a:r>
              <a:t/>
            </a:r>
            <a:endParaRPr>
              <a:latin typeface="Comfortaa"/>
              <a:ea typeface="Comfortaa"/>
              <a:cs typeface="Comfortaa"/>
              <a:sym typeface="Comfortaa"/>
            </a:endParaRPr>
          </a:p>
          <a:p>
            <a:pPr indent="0" lvl="0" marL="0" rtl="0" algn="ctr">
              <a:spcBef>
                <a:spcPts val="0"/>
              </a:spcBef>
              <a:spcAft>
                <a:spcPts val="0"/>
              </a:spcAft>
              <a:buNone/>
            </a:pPr>
            <a:r>
              <a:rPr lang="en-US">
                <a:solidFill>
                  <a:srgbClr val="A61C00"/>
                </a:solidFill>
                <a:latin typeface="Comfortaa"/>
                <a:ea typeface="Comfortaa"/>
                <a:cs typeface="Comfortaa"/>
                <a:sym typeface="Comfortaa"/>
              </a:rPr>
              <a:t>Atualmente existe uma grande limitação no PLN…</a:t>
            </a:r>
            <a:endParaRPr>
              <a:solidFill>
                <a:srgbClr val="A61C00"/>
              </a:solidFill>
              <a:latin typeface="Comfortaa"/>
              <a:ea typeface="Comfortaa"/>
              <a:cs typeface="Comfortaa"/>
              <a:sym typeface="Comfortaa"/>
            </a:endParaRPr>
          </a:p>
        </p:txBody>
      </p:sp>
      <p:pic>
        <p:nvPicPr>
          <p:cNvPr id="97" name="Google Shape;97;g3a39b102941_1_15"/>
          <p:cNvPicPr preferRelativeResize="0"/>
          <p:nvPr/>
        </p:nvPicPr>
        <p:blipFill>
          <a:blip r:embed="rId3">
            <a:alphaModFix/>
          </a:blip>
          <a:stretch>
            <a:fillRect/>
          </a:stretch>
        </p:blipFill>
        <p:spPr>
          <a:xfrm>
            <a:off x="343300" y="1269150"/>
            <a:ext cx="5499100" cy="37623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g3a39b102941_1_20"/>
          <p:cNvSpPr txBox="1"/>
          <p:nvPr>
            <p:ph type="title"/>
          </p:nvPr>
        </p:nvSpPr>
        <p:spPr>
          <a:xfrm>
            <a:off x="343303" y="490077"/>
            <a:ext cx="9384600" cy="630600"/>
          </a:xfrm>
          <a:prstGeom prst="rect">
            <a:avLst/>
          </a:prstGeom>
        </p:spPr>
        <p:txBody>
          <a:bodyPr anchorCtr="0" anchor="ctr" bIns="100700" lIns="100700" spcFirstLastPara="1" rIns="100700" wrap="square" tIns="100700">
            <a:normAutofit fontScale="90000"/>
          </a:bodyPr>
          <a:lstStyle/>
          <a:p>
            <a:pPr indent="0" lvl="0" marL="0" rtl="0" algn="ctr">
              <a:spcBef>
                <a:spcPts val="0"/>
              </a:spcBef>
              <a:spcAft>
                <a:spcPts val="0"/>
              </a:spcAft>
              <a:buNone/>
            </a:pPr>
            <a:r>
              <a:rPr lang="en-US">
                <a:solidFill>
                  <a:schemeClr val="accent4"/>
                </a:solidFill>
                <a:latin typeface="Cinzel"/>
                <a:ea typeface="Cinzel"/>
                <a:cs typeface="Cinzel"/>
                <a:sym typeface="Cinzel"/>
              </a:rPr>
              <a:t>Panorama PLN </a:t>
            </a:r>
            <a:r>
              <a:rPr lang="en-US">
                <a:solidFill>
                  <a:schemeClr val="lt2"/>
                </a:solidFill>
                <a:latin typeface="Cinzel"/>
                <a:ea typeface="Cinzel"/>
                <a:cs typeface="Cinzel"/>
                <a:sym typeface="Cinzel"/>
              </a:rPr>
              <a:t>|</a:t>
            </a:r>
            <a:r>
              <a:rPr lang="en-US">
                <a:latin typeface="Cinzel"/>
                <a:ea typeface="Cinzel"/>
                <a:cs typeface="Cinzel"/>
                <a:sym typeface="Cinzel"/>
              </a:rPr>
              <a:t> Principais Funções</a:t>
            </a:r>
            <a:endParaRPr>
              <a:latin typeface="Cinzel"/>
              <a:ea typeface="Cinzel"/>
              <a:cs typeface="Cinzel"/>
              <a:sym typeface="Cinzel"/>
            </a:endParaRPr>
          </a:p>
        </p:txBody>
      </p:sp>
      <p:sp>
        <p:nvSpPr>
          <p:cNvPr id="103" name="Google Shape;103;g3a39b102941_1_20"/>
          <p:cNvSpPr txBox="1"/>
          <p:nvPr>
            <p:ph idx="1" type="body"/>
          </p:nvPr>
        </p:nvSpPr>
        <p:spPr>
          <a:xfrm>
            <a:off x="343303" y="1269145"/>
            <a:ext cx="9384600" cy="3762300"/>
          </a:xfrm>
          <a:prstGeom prst="rect">
            <a:avLst/>
          </a:prstGeom>
        </p:spPr>
        <p:txBody>
          <a:bodyPr anchorCtr="0" anchor="t" bIns="100700" lIns="100700" spcFirstLastPara="1" rIns="100700" wrap="square" tIns="100700">
            <a:normAutofit/>
          </a:bodyPr>
          <a:lstStyle/>
          <a:p>
            <a:pPr indent="-355600" lvl="0" marL="457200" rtl="0" algn="ctr">
              <a:spcBef>
                <a:spcPts val="0"/>
              </a:spcBef>
              <a:spcAft>
                <a:spcPts val="0"/>
              </a:spcAft>
              <a:buSzPts val="2000"/>
              <a:buFont typeface="Comfortaa"/>
              <a:buAutoNum type="arabicPeriod"/>
            </a:pPr>
            <a:r>
              <a:rPr lang="en-US">
                <a:latin typeface="Comfortaa"/>
                <a:ea typeface="Comfortaa"/>
                <a:cs typeface="Comfortaa"/>
                <a:sym typeface="Comfortaa"/>
              </a:rPr>
              <a:t>Análise de Sentimentos: Identificar emoções e opiniões em textos</a:t>
            </a:r>
            <a:endParaRPr>
              <a:latin typeface="Comfortaa"/>
              <a:ea typeface="Comfortaa"/>
              <a:cs typeface="Comfortaa"/>
              <a:sym typeface="Comfortaa"/>
            </a:endParaRPr>
          </a:p>
          <a:p>
            <a:pPr indent="0" lvl="0" marL="914400" rtl="0" algn="ctr">
              <a:spcBef>
                <a:spcPts val="0"/>
              </a:spcBef>
              <a:spcAft>
                <a:spcPts val="0"/>
              </a:spcAft>
              <a:buNone/>
            </a:pPr>
            <a:r>
              <a:t/>
            </a:r>
            <a:endParaRPr>
              <a:latin typeface="Comfortaa"/>
              <a:ea typeface="Comfortaa"/>
              <a:cs typeface="Comfortaa"/>
              <a:sym typeface="Comfortaa"/>
            </a:endParaRPr>
          </a:p>
          <a:p>
            <a:pPr indent="-355600" lvl="0" marL="457200" rtl="0" algn="ctr">
              <a:spcBef>
                <a:spcPts val="0"/>
              </a:spcBef>
              <a:spcAft>
                <a:spcPts val="0"/>
              </a:spcAft>
              <a:buSzPts val="2000"/>
              <a:buFont typeface="Comfortaa"/>
              <a:buAutoNum type="arabicPeriod"/>
            </a:pPr>
            <a:r>
              <a:rPr lang="en-US">
                <a:latin typeface="Comfortaa"/>
                <a:ea typeface="Comfortaa"/>
                <a:cs typeface="Comfortaa"/>
                <a:sym typeface="Comfortaa"/>
              </a:rPr>
              <a:t>Tradução automática: Realizar traduções em tempo real</a:t>
            </a:r>
            <a:endParaRPr>
              <a:latin typeface="Comfortaa"/>
              <a:ea typeface="Comfortaa"/>
              <a:cs typeface="Comfortaa"/>
              <a:sym typeface="Comfortaa"/>
            </a:endParaRPr>
          </a:p>
          <a:p>
            <a:pPr indent="0" lvl="0" marL="914400" rtl="0" algn="ctr">
              <a:spcBef>
                <a:spcPts val="0"/>
              </a:spcBef>
              <a:spcAft>
                <a:spcPts val="0"/>
              </a:spcAft>
              <a:buNone/>
            </a:pPr>
            <a:r>
              <a:t/>
            </a:r>
            <a:endParaRPr>
              <a:latin typeface="Comfortaa"/>
              <a:ea typeface="Comfortaa"/>
              <a:cs typeface="Comfortaa"/>
              <a:sym typeface="Comfortaa"/>
            </a:endParaRPr>
          </a:p>
          <a:p>
            <a:pPr indent="-355600" lvl="0" marL="457200" rtl="0" algn="ctr">
              <a:spcBef>
                <a:spcPts val="0"/>
              </a:spcBef>
              <a:spcAft>
                <a:spcPts val="0"/>
              </a:spcAft>
              <a:buSzPts val="2000"/>
              <a:buFont typeface="Comfortaa"/>
              <a:buAutoNum type="arabicPeriod"/>
            </a:pPr>
            <a:r>
              <a:rPr lang="en-US">
                <a:latin typeface="Comfortaa"/>
                <a:ea typeface="Comfortaa"/>
                <a:cs typeface="Comfortaa"/>
                <a:sym typeface="Comfortaa"/>
              </a:rPr>
              <a:t>Reconhecimento de fala: Converter fala em texto</a:t>
            </a:r>
            <a:endParaRPr>
              <a:latin typeface="Comfortaa"/>
              <a:ea typeface="Comfortaa"/>
              <a:cs typeface="Comfortaa"/>
              <a:sym typeface="Comfortaa"/>
            </a:endParaRPr>
          </a:p>
          <a:p>
            <a:pPr indent="0" lvl="0" marL="914400" rtl="0" algn="ctr">
              <a:spcBef>
                <a:spcPts val="0"/>
              </a:spcBef>
              <a:spcAft>
                <a:spcPts val="0"/>
              </a:spcAft>
              <a:buNone/>
            </a:pPr>
            <a:r>
              <a:t/>
            </a:r>
            <a:endParaRPr>
              <a:latin typeface="Comfortaa"/>
              <a:ea typeface="Comfortaa"/>
              <a:cs typeface="Comfortaa"/>
              <a:sym typeface="Comfortaa"/>
            </a:endParaRPr>
          </a:p>
          <a:p>
            <a:pPr indent="-355600" lvl="0" marL="457200" rtl="0" algn="ctr">
              <a:spcBef>
                <a:spcPts val="0"/>
              </a:spcBef>
              <a:spcAft>
                <a:spcPts val="0"/>
              </a:spcAft>
              <a:buSzPts val="2000"/>
              <a:buFont typeface="Comfortaa"/>
              <a:buAutoNum type="arabicPeriod"/>
            </a:pPr>
            <a:r>
              <a:rPr lang="en-US">
                <a:latin typeface="Comfortaa"/>
                <a:ea typeface="Comfortaa"/>
                <a:cs typeface="Comfortaa"/>
                <a:sym typeface="Comfortaa"/>
              </a:rPr>
              <a:t>Chatbots e Assistentes Virtuais: Simulam conversas humanas</a:t>
            </a:r>
            <a:endParaRPr>
              <a:latin typeface="Comfortaa"/>
              <a:ea typeface="Comfortaa"/>
              <a:cs typeface="Comfortaa"/>
              <a:sym typeface="Comfortaa"/>
            </a:endParaRPr>
          </a:p>
          <a:p>
            <a:pPr indent="0" lvl="0" marL="914400" rtl="0" algn="ctr">
              <a:spcBef>
                <a:spcPts val="0"/>
              </a:spcBef>
              <a:spcAft>
                <a:spcPts val="0"/>
              </a:spcAft>
              <a:buNone/>
            </a:pPr>
            <a:r>
              <a:t/>
            </a:r>
            <a:endParaRPr>
              <a:latin typeface="Comfortaa"/>
              <a:ea typeface="Comfortaa"/>
              <a:cs typeface="Comfortaa"/>
              <a:sym typeface="Comfortaa"/>
            </a:endParaRPr>
          </a:p>
          <a:p>
            <a:pPr indent="-355600" lvl="0" marL="457200" rtl="0" algn="ctr">
              <a:spcBef>
                <a:spcPts val="0"/>
              </a:spcBef>
              <a:spcAft>
                <a:spcPts val="0"/>
              </a:spcAft>
              <a:buSzPts val="2000"/>
              <a:buFont typeface="Comfortaa"/>
              <a:buAutoNum type="arabicPeriod"/>
            </a:pPr>
            <a:r>
              <a:rPr lang="en-US">
                <a:latin typeface="Comfortaa"/>
                <a:ea typeface="Comfortaa"/>
                <a:cs typeface="Comfortaa"/>
                <a:sym typeface="Comfortaa"/>
              </a:rPr>
              <a:t>Geração de texto automático: Criar conteúdos baseados em comandos ou padrões</a:t>
            </a:r>
            <a:endParaRPr>
              <a:latin typeface="Comfortaa"/>
              <a:ea typeface="Comfortaa"/>
              <a:cs typeface="Comfortaa"/>
              <a:sym typeface="Comforta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g3a39b102941_1_25"/>
          <p:cNvSpPr txBox="1"/>
          <p:nvPr>
            <p:ph type="title"/>
          </p:nvPr>
        </p:nvSpPr>
        <p:spPr>
          <a:xfrm>
            <a:off x="343303" y="490077"/>
            <a:ext cx="9384600" cy="630600"/>
          </a:xfrm>
          <a:prstGeom prst="rect">
            <a:avLst/>
          </a:prstGeom>
        </p:spPr>
        <p:txBody>
          <a:bodyPr anchorCtr="0" anchor="ctr" bIns="100700" lIns="100700" spcFirstLastPara="1" rIns="100700" wrap="square" tIns="100700">
            <a:normAutofit fontScale="90000"/>
          </a:bodyPr>
          <a:lstStyle/>
          <a:p>
            <a:pPr indent="0" lvl="0" marL="0" rtl="0" algn="ctr">
              <a:spcBef>
                <a:spcPts val="0"/>
              </a:spcBef>
              <a:spcAft>
                <a:spcPts val="0"/>
              </a:spcAft>
              <a:buNone/>
            </a:pPr>
            <a:r>
              <a:rPr lang="en-US">
                <a:solidFill>
                  <a:schemeClr val="accent4"/>
                </a:solidFill>
                <a:latin typeface="Cinzel"/>
                <a:ea typeface="Cinzel"/>
                <a:cs typeface="Cinzel"/>
                <a:sym typeface="Cinzel"/>
              </a:rPr>
              <a:t>Panorama PLN</a:t>
            </a:r>
            <a:r>
              <a:rPr lang="en-US">
                <a:latin typeface="Cinzel"/>
                <a:ea typeface="Cinzel"/>
                <a:cs typeface="Cinzel"/>
                <a:sym typeface="Cinzel"/>
              </a:rPr>
              <a:t> </a:t>
            </a:r>
            <a:r>
              <a:rPr lang="en-US">
                <a:solidFill>
                  <a:schemeClr val="lt2"/>
                </a:solidFill>
                <a:latin typeface="Cinzel"/>
                <a:ea typeface="Cinzel"/>
                <a:cs typeface="Cinzel"/>
                <a:sym typeface="Cinzel"/>
              </a:rPr>
              <a:t>|</a:t>
            </a:r>
            <a:r>
              <a:rPr lang="en-US">
                <a:latin typeface="Cinzel"/>
                <a:ea typeface="Cinzel"/>
                <a:cs typeface="Cinzel"/>
                <a:sym typeface="Cinzel"/>
              </a:rPr>
              <a:t> Impacto no Futuro</a:t>
            </a:r>
            <a:endParaRPr>
              <a:latin typeface="Cinzel"/>
              <a:ea typeface="Cinzel"/>
              <a:cs typeface="Cinzel"/>
              <a:sym typeface="Cinzel"/>
            </a:endParaRPr>
          </a:p>
        </p:txBody>
      </p:sp>
      <p:sp>
        <p:nvSpPr>
          <p:cNvPr id="109" name="Google Shape;109;g3a39b102941_1_25"/>
          <p:cNvSpPr txBox="1"/>
          <p:nvPr>
            <p:ph idx="1" type="body"/>
          </p:nvPr>
        </p:nvSpPr>
        <p:spPr>
          <a:xfrm>
            <a:off x="343303" y="1269145"/>
            <a:ext cx="9384600" cy="3762300"/>
          </a:xfrm>
          <a:prstGeom prst="rect">
            <a:avLst/>
          </a:prstGeom>
        </p:spPr>
        <p:txBody>
          <a:bodyPr anchorCtr="0" anchor="t" bIns="100700" lIns="100700" spcFirstLastPara="1" rIns="100700" wrap="square" tIns="100700">
            <a:normAutofit lnSpcReduction="10000"/>
          </a:bodyPr>
          <a:lstStyle/>
          <a:p>
            <a:pPr indent="0" lvl="0" marL="0" rtl="0" algn="ctr">
              <a:spcBef>
                <a:spcPts val="0"/>
              </a:spcBef>
              <a:spcAft>
                <a:spcPts val="0"/>
              </a:spcAft>
              <a:buNone/>
            </a:pPr>
            <a:r>
              <a:rPr lang="en-US">
                <a:latin typeface="Comfortaa"/>
                <a:ea typeface="Comfortaa"/>
                <a:cs typeface="Comfortaa"/>
                <a:sym typeface="Comfortaa"/>
              </a:rPr>
              <a:t>Algo que já possuímos atualmente é o PLN deixando de ser apenas uma camada da interface, inclusive já sendo considerada uma área a parte da ciência e da área do desenvolvimento - “deixando” de ser uma área de pesquisa do Aprendizado de Máquina.</a:t>
            </a:r>
            <a:endParaRPr>
              <a:latin typeface="Comfortaa"/>
              <a:ea typeface="Comfortaa"/>
              <a:cs typeface="Comfortaa"/>
              <a:sym typeface="Comfortaa"/>
            </a:endParaRPr>
          </a:p>
          <a:p>
            <a:pPr indent="0" lvl="0" marL="0" rtl="0" algn="ctr">
              <a:spcBef>
                <a:spcPts val="0"/>
              </a:spcBef>
              <a:spcAft>
                <a:spcPts val="0"/>
              </a:spcAft>
              <a:buNone/>
            </a:pPr>
            <a:r>
              <a:t/>
            </a:r>
            <a:endParaRPr>
              <a:latin typeface="Comfortaa"/>
              <a:ea typeface="Comfortaa"/>
              <a:cs typeface="Comfortaa"/>
              <a:sym typeface="Comfortaa"/>
            </a:endParaRPr>
          </a:p>
          <a:p>
            <a:pPr indent="0" lvl="0" marL="0" rtl="0" algn="ctr">
              <a:spcBef>
                <a:spcPts val="0"/>
              </a:spcBef>
              <a:spcAft>
                <a:spcPts val="0"/>
              </a:spcAft>
              <a:buNone/>
            </a:pPr>
            <a:r>
              <a:rPr lang="en-US">
                <a:latin typeface="Comfortaa"/>
                <a:ea typeface="Comfortaa"/>
                <a:cs typeface="Comfortaa"/>
                <a:sym typeface="Comfortaa"/>
              </a:rPr>
              <a:t>Alguns pontos que iremos ver o PLN trazendo um forte impacto são:</a:t>
            </a:r>
            <a:endParaRPr>
              <a:latin typeface="Comfortaa"/>
              <a:ea typeface="Comfortaa"/>
              <a:cs typeface="Comfortaa"/>
              <a:sym typeface="Comfortaa"/>
            </a:endParaRPr>
          </a:p>
          <a:p>
            <a:pPr indent="-355600" lvl="0" marL="457200" rtl="0" algn="ctr">
              <a:spcBef>
                <a:spcPts val="0"/>
              </a:spcBef>
              <a:spcAft>
                <a:spcPts val="0"/>
              </a:spcAft>
              <a:buSzPts val="2000"/>
              <a:buFont typeface="Comfortaa"/>
              <a:buChar char="-"/>
            </a:pPr>
            <a:r>
              <a:rPr lang="en-US">
                <a:latin typeface="Comfortaa"/>
                <a:ea typeface="Comfortaa"/>
                <a:cs typeface="Comfortaa"/>
                <a:sym typeface="Comfortaa"/>
              </a:rPr>
              <a:t>Educação</a:t>
            </a:r>
            <a:endParaRPr>
              <a:latin typeface="Comfortaa"/>
              <a:ea typeface="Comfortaa"/>
              <a:cs typeface="Comfortaa"/>
              <a:sym typeface="Comfortaa"/>
            </a:endParaRPr>
          </a:p>
          <a:p>
            <a:pPr indent="-355600" lvl="0" marL="457200" rtl="0" algn="ctr">
              <a:spcBef>
                <a:spcPts val="0"/>
              </a:spcBef>
              <a:spcAft>
                <a:spcPts val="0"/>
              </a:spcAft>
              <a:buSzPts val="2000"/>
              <a:buFont typeface="Comfortaa"/>
              <a:buChar char="-"/>
            </a:pPr>
            <a:r>
              <a:rPr lang="en-US">
                <a:latin typeface="Comfortaa"/>
                <a:ea typeface="Comfortaa"/>
                <a:cs typeface="Comfortaa"/>
                <a:sym typeface="Comfortaa"/>
              </a:rPr>
              <a:t>Saúde e bem-estar</a:t>
            </a:r>
            <a:endParaRPr>
              <a:latin typeface="Comfortaa"/>
              <a:ea typeface="Comfortaa"/>
              <a:cs typeface="Comfortaa"/>
              <a:sym typeface="Comfortaa"/>
            </a:endParaRPr>
          </a:p>
          <a:p>
            <a:pPr indent="-355600" lvl="0" marL="457200" rtl="0" algn="ctr">
              <a:spcBef>
                <a:spcPts val="0"/>
              </a:spcBef>
              <a:spcAft>
                <a:spcPts val="0"/>
              </a:spcAft>
              <a:buSzPts val="2000"/>
              <a:buFont typeface="Comfortaa"/>
              <a:buChar char="-"/>
            </a:pPr>
            <a:r>
              <a:rPr lang="en-US">
                <a:latin typeface="Comfortaa"/>
                <a:ea typeface="Comfortaa"/>
                <a:cs typeface="Comfortaa"/>
                <a:sym typeface="Comfortaa"/>
              </a:rPr>
              <a:t>Produtividade</a:t>
            </a:r>
            <a:endParaRPr>
              <a:latin typeface="Comfortaa"/>
              <a:ea typeface="Comfortaa"/>
              <a:cs typeface="Comfortaa"/>
              <a:sym typeface="Comfortaa"/>
            </a:endParaRPr>
          </a:p>
          <a:p>
            <a:pPr indent="-355600" lvl="0" marL="457200" rtl="0" algn="ctr">
              <a:spcBef>
                <a:spcPts val="0"/>
              </a:spcBef>
              <a:spcAft>
                <a:spcPts val="0"/>
              </a:spcAft>
              <a:buSzPts val="2000"/>
              <a:buFont typeface="Comfortaa"/>
              <a:buChar char="-"/>
            </a:pPr>
            <a:r>
              <a:rPr lang="en-US">
                <a:latin typeface="Comfortaa"/>
                <a:ea typeface="Comfortaa"/>
                <a:cs typeface="Comfortaa"/>
                <a:sym typeface="Comfortaa"/>
              </a:rPr>
              <a:t>Serviços públicos</a:t>
            </a:r>
            <a:endParaRPr>
              <a:latin typeface="Comfortaa"/>
              <a:ea typeface="Comfortaa"/>
              <a:cs typeface="Comfortaa"/>
              <a:sym typeface="Comfortaa"/>
            </a:endParaRPr>
          </a:p>
          <a:p>
            <a:pPr indent="-355600" lvl="0" marL="457200" rtl="0" algn="ctr">
              <a:spcBef>
                <a:spcPts val="0"/>
              </a:spcBef>
              <a:spcAft>
                <a:spcPts val="0"/>
              </a:spcAft>
              <a:buSzPts val="2000"/>
              <a:buFont typeface="Comfortaa"/>
              <a:buChar char="-"/>
            </a:pPr>
            <a:r>
              <a:rPr lang="en-US">
                <a:latin typeface="Comfortaa"/>
                <a:ea typeface="Comfortaa"/>
                <a:cs typeface="Comfortaa"/>
                <a:sym typeface="Comfortaa"/>
              </a:rPr>
              <a:t>Acessibilidade</a:t>
            </a:r>
            <a:endParaRPr>
              <a:latin typeface="Comfortaa"/>
              <a:ea typeface="Comfortaa"/>
              <a:cs typeface="Comfortaa"/>
              <a:sym typeface="Comforta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g3a39b102941_1_45"/>
          <p:cNvSpPr txBox="1"/>
          <p:nvPr>
            <p:ph type="title"/>
          </p:nvPr>
        </p:nvSpPr>
        <p:spPr>
          <a:xfrm>
            <a:off x="343303" y="490077"/>
            <a:ext cx="9384600" cy="630600"/>
          </a:xfrm>
          <a:prstGeom prst="rect">
            <a:avLst/>
          </a:prstGeom>
        </p:spPr>
        <p:txBody>
          <a:bodyPr anchorCtr="0" anchor="ctr" bIns="100700" lIns="100700" spcFirstLastPara="1" rIns="100700" wrap="square" tIns="100700">
            <a:normAutofit fontScale="90000"/>
          </a:bodyPr>
          <a:lstStyle/>
          <a:p>
            <a:pPr indent="0" lvl="0" marL="0" rtl="0" algn="ctr">
              <a:spcBef>
                <a:spcPts val="0"/>
              </a:spcBef>
              <a:spcAft>
                <a:spcPts val="0"/>
              </a:spcAft>
              <a:buNone/>
            </a:pPr>
            <a:r>
              <a:rPr lang="en-US">
                <a:solidFill>
                  <a:schemeClr val="accent4"/>
                </a:solidFill>
                <a:latin typeface="Cinzel"/>
                <a:ea typeface="Cinzel"/>
                <a:cs typeface="Cinzel"/>
                <a:sym typeface="Cinzel"/>
              </a:rPr>
              <a:t>Panorama LLM</a:t>
            </a:r>
            <a:r>
              <a:rPr lang="en-US">
                <a:latin typeface="Cinzel"/>
                <a:ea typeface="Cinzel"/>
                <a:cs typeface="Cinzel"/>
                <a:sym typeface="Cinzel"/>
              </a:rPr>
              <a:t> </a:t>
            </a:r>
            <a:r>
              <a:rPr lang="en-US">
                <a:solidFill>
                  <a:schemeClr val="lt2"/>
                </a:solidFill>
                <a:latin typeface="Cinzel"/>
                <a:ea typeface="Cinzel"/>
                <a:cs typeface="Cinzel"/>
                <a:sym typeface="Cinzel"/>
              </a:rPr>
              <a:t>|</a:t>
            </a:r>
            <a:r>
              <a:rPr lang="en-US">
                <a:latin typeface="Cinzel"/>
                <a:ea typeface="Cinzel"/>
                <a:cs typeface="Cinzel"/>
                <a:sym typeface="Cinzel"/>
              </a:rPr>
              <a:t> O que é?</a:t>
            </a:r>
            <a:endParaRPr>
              <a:latin typeface="Cinzel"/>
              <a:ea typeface="Cinzel"/>
              <a:cs typeface="Cinzel"/>
              <a:sym typeface="Cinzel"/>
            </a:endParaRPr>
          </a:p>
        </p:txBody>
      </p:sp>
      <p:sp>
        <p:nvSpPr>
          <p:cNvPr id="115" name="Google Shape;115;g3a39b102941_1_45"/>
          <p:cNvSpPr txBox="1"/>
          <p:nvPr>
            <p:ph idx="1" type="body"/>
          </p:nvPr>
        </p:nvSpPr>
        <p:spPr>
          <a:xfrm>
            <a:off x="343302" y="1269150"/>
            <a:ext cx="3970800" cy="3762300"/>
          </a:xfrm>
          <a:prstGeom prst="rect">
            <a:avLst/>
          </a:prstGeom>
        </p:spPr>
        <p:txBody>
          <a:bodyPr anchorCtr="0" anchor="t" bIns="100700" lIns="100700" spcFirstLastPara="1" rIns="100700" wrap="square" tIns="100700">
            <a:normAutofit/>
          </a:bodyPr>
          <a:lstStyle/>
          <a:p>
            <a:pPr indent="0" lvl="0" marL="0" rtl="0" algn="ctr">
              <a:spcBef>
                <a:spcPts val="0"/>
              </a:spcBef>
              <a:spcAft>
                <a:spcPts val="0"/>
              </a:spcAft>
              <a:buNone/>
            </a:pPr>
            <a:r>
              <a:rPr lang="en-US">
                <a:latin typeface="Comfortaa"/>
                <a:ea typeface="Comfortaa"/>
                <a:cs typeface="Comfortaa"/>
                <a:sym typeface="Comfortaa"/>
              </a:rPr>
              <a:t>Os LLMs ou Modelos de Linguagem de Grande Porte, tem capacidade de processar, compreender e gerar textos em linguagem natural, tornando possíveis assistentes virtuais, sistemas de recomendação e chatbots que já fazem parte do nosso cotidiano.</a:t>
            </a:r>
            <a:endParaRPr>
              <a:latin typeface="Comfortaa"/>
              <a:ea typeface="Comfortaa"/>
              <a:cs typeface="Comfortaa"/>
              <a:sym typeface="Comfortaa"/>
            </a:endParaRPr>
          </a:p>
        </p:txBody>
      </p:sp>
      <p:pic>
        <p:nvPicPr>
          <p:cNvPr id="116" name="Google Shape;116;g3a39b102941_1_45"/>
          <p:cNvPicPr preferRelativeResize="0"/>
          <p:nvPr/>
        </p:nvPicPr>
        <p:blipFill>
          <a:blip r:embed="rId3">
            <a:alphaModFix/>
          </a:blip>
          <a:stretch>
            <a:fillRect/>
          </a:stretch>
        </p:blipFill>
        <p:spPr>
          <a:xfrm>
            <a:off x="4313950" y="1269150"/>
            <a:ext cx="5413949" cy="35781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g3a39b102941_1_50"/>
          <p:cNvSpPr txBox="1"/>
          <p:nvPr>
            <p:ph type="title"/>
          </p:nvPr>
        </p:nvSpPr>
        <p:spPr>
          <a:xfrm>
            <a:off x="343303" y="490077"/>
            <a:ext cx="9384600" cy="630600"/>
          </a:xfrm>
          <a:prstGeom prst="rect">
            <a:avLst/>
          </a:prstGeom>
        </p:spPr>
        <p:txBody>
          <a:bodyPr anchorCtr="0" anchor="ctr" bIns="100700" lIns="100700" spcFirstLastPara="1" rIns="100700" wrap="square" tIns="100700">
            <a:normAutofit fontScale="90000"/>
          </a:bodyPr>
          <a:lstStyle/>
          <a:p>
            <a:pPr indent="0" lvl="0" marL="0" rtl="0" algn="ctr">
              <a:spcBef>
                <a:spcPts val="0"/>
              </a:spcBef>
              <a:spcAft>
                <a:spcPts val="0"/>
              </a:spcAft>
              <a:buNone/>
            </a:pPr>
            <a:r>
              <a:rPr lang="en-US">
                <a:solidFill>
                  <a:schemeClr val="accent4"/>
                </a:solidFill>
                <a:latin typeface="Cinzel"/>
                <a:ea typeface="Cinzel"/>
                <a:cs typeface="Cinzel"/>
                <a:sym typeface="Cinzel"/>
              </a:rPr>
              <a:t>Panorama LLM</a:t>
            </a:r>
            <a:r>
              <a:rPr lang="en-US">
                <a:latin typeface="Cinzel"/>
                <a:ea typeface="Cinzel"/>
                <a:cs typeface="Cinzel"/>
                <a:sym typeface="Cinzel"/>
              </a:rPr>
              <a:t> </a:t>
            </a:r>
            <a:r>
              <a:rPr lang="en-US">
                <a:solidFill>
                  <a:schemeClr val="lt2"/>
                </a:solidFill>
                <a:latin typeface="Cinzel"/>
                <a:ea typeface="Cinzel"/>
                <a:cs typeface="Cinzel"/>
                <a:sym typeface="Cinzel"/>
              </a:rPr>
              <a:t>|</a:t>
            </a:r>
            <a:r>
              <a:rPr lang="en-US">
                <a:latin typeface="Cinzel"/>
                <a:ea typeface="Cinzel"/>
                <a:cs typeface="Cinzel"/>
                <a:sym typeface="Cinzel"/>
              </a:rPr>
              <a:t> Como funciona uma LLM?</a:t>
            </a:r>
            <a:endParaRPr>
              <a:latin typeface="Cinzel"/>
              <a:ea typeface="Cinzel"/>
              <a:cs typeface="Cinzel"/>
              <a:sym typeface="Cinzel"/>
            </a:endParaRPr>
          </a:p>
        </p:txBody>
      </p:sp>
      <p:sp>
        <p:nvSpPr>
          <p:cNvPr id="122" name="Google Shape;122;g3a39b102941_1_50"/>
          <p:cNvSpPr txBox="1"/>
          <p:nvPr>
            <p:ph idx="1" type="body"/>
          </p:nvPr>
        </p:nvSpPr>
        <p:spPr>
          <a:xfrm>
            <a:off x="343303" y="1269145"/>
            <a:ext cx="9384600" cy="3762300"/>
          </a:xfrm>
          <a:prstGeom prst="rect">
            <a:avLst/>
          </a:prstGeom>
        </p:spPr>
        <p:txBody>
          <a:bodyPr anchorCtr="0" anchor="t" bIns="100700" lIns="100700" spcFirstLastPara="1" rIns="100700" wrap="square" tIns="100700">
            <a:normAutofit/>
          </a:bodyPr>
          <a:lstStyle/>
          <a:p>
            <a:pPr indent="0" lvl="0" marL="0" rtl="0" algn="ctr">
              <a:spcBef>
                <a:spcPts val="0"/>
              </a:spcBef>
              <a:spcAft>
                <a:spcPts val="0"/>
              </a:spcAft>
              <a:buNone/>
            </a:pPr>
            <a:r>
              <a:rPr lang="en-US">
                <a:latin typeface="Comfortaa"/>
                <a:ea typeface="Comfortaa"/>
                <a:cs typeface="Comfortaa"/>
                <a:sym typeface="Comfortaa"/>
              </a:rPr>
              <a:t>Podemos falar que em um nível básico as LLMs são desenvolvidas com Aprendizado de Máquina. O aprendizado de máquina é um subconjunto da IA e refere-se à prática de alimentar um programa com grandes quantidades de dados para treinar o programa a identificar recursos desses dados sem intervenção humana.</a:t>
            </a:r>
            <a:endParaRPr>
              <a:latin typeface="Comfortaa"/>
              <a:ea typeface="Comfortaa"/>
              <a:cs typeface="Comfortaa"/>
              <a:sym typeface="Comfortaa"/>
            </a:endParaRPr>
          </a:p>
          <a:p>
            <a:pPr indent="0" lvl="0" marL="0" rtl="0" algn="ctr">
              <a:spcBef>
                <a:spcPts val="0"/>
              </a:spcBef>
              <a:spcAft>
                <a:spcPts val="0"/>
              </a:spcAft>
              <a:buNone/>
            </a:pPr>
            <a:r>
              <a:t/>
            </a:r>
            <a:endParaRPr>
              <a:latin typeface="Comfortaa"/>
              <a:ea typeface="Comfortaa"/>
              <a:cs typeface="Comfortaa"/>
              <a:sym typeface="Comfortaa"/>
            </a:endParaRPr>
          </a:p>
          <a:p>
            <a:pPr indent="0" lvl="0" marL="0" rtl="0" algn="ctr">
              <a:spcBef>
                <a:spcPts val="0"/>
              </a:spcBef>
              <a:spcAft>
                <a:spcPts val="0"/>
              </a:spcAft>
              <a:buNone/>
            </a:pPr>
            <a:r>
              <a:rPr lang="en-US">
                <a:latin typeface="Comfortaa"/>
                <a:ea typeface="Comfortaa"/>
                <a:cs typeface="Comfortaa"/>
                <a:sym typeface="Comfortaa"/>
              </a:rPr>
              <a:t>LLMs utilizam o Aprendizado Profundo, eles podem essencialmente se treinar para reconhecer distinções sem intervenção humana, embora seja necessário algum ajuste fino humano.</a:t>
            </a:r>
            <a:endParaRPr>
              <a:latin typeface="Comfortaa"/>
              <a:ea typeface="Comfortaa"/>
              <a:cs typeface="Comfortaa"/>
              <a:sym typeface="Comforta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g3a39b102941_1_55"/>
          <p:cNvSpPr txBox="1"/>
          <p:nvPr>
            <p:ph type="title"/>
          </p:nvPr>
        </p:nvSpPr>
        <p:spPr>
          <a:xfrm>
            <a:off x="343303" y="490077"/>
            <a:ext cx="9384600" cy="630600"/>
          </a:xfrm>
          <a:prstGeom prst="rect">
            <a:avLst/>
          </a:prstGeom>
        </p:spPr>
        <p:txBody>
          <a:bodyPr anchorCtr="0" anchor="ctr" bIns="100700" lIns="100700" spcFirstLastPara="1" rIns="100700" wrap="square" tIns="100700">
            <a:normAutofit fontScale="90000"/>
          </a:bodyPr>
          <a:lstStyle/>
          <a:p>
            <a:pPr indent="0" lvl="0" marL="0" rtl="0" algn="ctr">
              <a:spcBef>
                <a:spcPts val="0"/>
              </a:spcBef>
              <a:spcAft>
                <a:spcPts val="0"/>
              </a:spcAft>
              <a:buNone/>
            </a:pPr>
            <a:r>
              <a:rPr lang="en-US">
                <a:solidFill>
                  <a:schemeClr val="accent4"/>
                </a:solidFill>
                <a:latin typeface="Cinzel"/>
                <a:ea typeface="Cinzel"/>
                <a:cs typeface="Cinzel"/>
                <a:sym typeface="Cinzel"/>
              </a:rPr>
              <a:t>Panorama LLM </a:t>
            </a:r>
            <a:r>
              <a:rPr lang="en-US">
                <a:solidFill>
                  <a:schemeClr val="lt2"/>
                </a:solidFill>
                <a:latin typeface="Cinzel"/>
                <a:ea typeface="Cinzel"/>
                <a:cs typeface="Cinzel"/>
                <a:sym typeface="Cinzel"/>
              </a:rPr>
              <a:t>|</a:t>
            </a:r>
            <a:r>
              <a:rPr lang="en-US">
                <a:latin typeface="Cinzel"/>
                <a:ea typeface="Cinzel"/>
                <a:cs typeface="Cinzel"/>
                <a:sym typeface="Cinzel"/>
              </a:rPr>
              <a:t> Principais Funções</a:t>
            </a:r>
            <a:endParaRPr>
              <a:latin typeface="Cinzel"/>
              <a:ea typeface="Cinzel"/>
              <a:cs typeface="Cinzel"/>
              <a:sym typeface="Cinzel"/>
            </a:endParaRPr>
          </a:p>
        </p:txBody>
      </p:sp>
      <p:sp>
        <p:nvSpPr>
          <p:cNvPr id="128" name="Google Shape;128;g3a39b102941_1_55"/>
          <p:cNvSpPr txBox="1"/>
          <p:nvPr>
            <p:ph idx="1" type="body"/>
          </p:nvPr>
        </p:nvSpPr>
        <p:spPr>
          <a:xfrm>
            <a:off x="343303" y="1269145"/>
            <a:ext cx="9384600" cy="3762300"/>
          </a:xfrm>
          <a:prstGeom prst="rect">
            <a:avLst/>
          </a:prstGeom>
        </p:spPr>
        <p:txBody>
          <a:bodyPr anchorCtr="0" anchor="t" bIns="100700" lIns="100700" spcFirstLastPara="1" rIns="100700" wrap="square" tIns="100700">
            <a:noAutofit/>
          </a:bodyPr>
          <a:lstStyle/>
          <a:p>
            <a:pPr indent="-368300" lvl="0" marL="457200" rtl="0" algn="ctr">
              <a:spcBef>
                <a:spcPts val="0"/>
              </a:spcBef>
              <a:spcAft>
                <a:spcPts val="0"/>
              </a:spcAft>
              <a:buSzPts val="2200"/>
              <a:buFont typeface="Comfortaa"/>
              <a:buAutoNum type="arabicPeriod"/>
            </a:pPr>
            <a:r>
              <a:rPr lang="en-US" sz="2200">
                <a:latin typeface="Comfortaa"/>
                <a:ea typeface="Comfortaa"/>
                <a:cs typeface="Comfortaa"/>
                <a:sym typeface="Comfortaa"/>
              </a:rPr>
              <a:t>Análise de sentimentos e monitoramento de marca</a:t>
            </a:r>
            <a:endParaRPr sz="2200">
              <a:latin typeface="Comfortaa"/>
              <a:ea typeface="Comfortaa"/>
              <a:cs typeface="Comfortaa"/>
              <a:sym typeface="Comfortaa"/>
            </a:endParaRPr>
          </a:p>
          <a:p>
            <a:pPr indent="0" lvl="0" marL="457200" rtl="0" algn="ctr">
              <a:spcBef>
                <a:spcPts val="0"/>
              </a:spcBef>
              <a:spcAft>
                <a:spcPts val="0"/>
              </a:spcAft>
              <a:buNone/>
            </a:pPr>
            <a:r>
              <a:t/>
            </a:r>
            <a:endParaRPr sz="2200">
              <a:latin typeface="Comfortaa"/>
              <a:ea typeface="Comfortaa"/>
              <a:cs typeface="Comfortaa"/>
              <a:sym typeface="Comfortaa"/>
            </a:endParaRPr>
          </a:p>
          <a:p>
            <a:pPr indent="-368300" lvl="0" marL="457200" rtl="0" algn="ctr">
              <a:spcBef>
                <a:spcPts val="0"/>
              </a:spcBef>
              <a:spcAft>
                <a:spcPts val="0"/>
              </a:spcAft>
              <a:buSzPts val="2200"/>
              <a:buFont typeface="Comfortaa"/>
              <a:buAutoNum type="arabicPeriod"/>
            </a:pPr>
            <a:r>
              <a:rPr lang="en-US" sz="2200">
                <a:latin typeface="Comfortaa"/>
                <a:ea typeface="Comfortaa"/>
                <a:cs typeface="Comfortaa"/>
                <a:sym typeface="Comfortaa"/>
              </a:rPr>
              <a:t>Análise de dados não estruturados</a:t>
            </a:r>
            <a:endParaRPr sz="2200">
              <a:latin typeface="Comfortaa"/>
              <a:ea typeface="Comfortaa"/>
              <a:cs typeface="Comfortaa"/>
              <a:sym typeface="Comfortaa"/>
            </a:endParaRPr>
          </a:p>
          <a:p>
            <a:pPr indent="0" lvl="0" marL="0" rtl="0" algn="ctr">
              <a:spcBef>
                <a:spcPts val="0"/>
              </a:spcBef>
              <a:spcAft>
                <a:spcPts val="0"/>
              </a:spcAft>
              <a:buNone/>
            </a:pPr>
            <a:r>
              <a:t/>
            </a:r>
            <a:endParaRPr sz="2200">
              <a:latin typeface="Comfortaa"/>
              <a:ea typeface="Comfortaa"/>
              <a:cs typeface="Comfortaa"/>
              <a:sym typeface="Comfortaa"/>
            </a:endParaRPr>
          </a:p>
          <a:p>
            <a:pPr indent="-368300" lvl="0" marL="457200" rtl="0" algn="ctr">
              <a:spcBef>
                <a:spcPts val="0"/>
              </a:spcBef>
              <a:spcAft>
                <a:spcPts val="0"/>
              </a:spcAft>
              <a:buSzPts val="2200"/>
              <a:buFont typeface="Comfortaa"/>
              <a:buAutoNum type="arabicPeriod"/>
            </a:pPr>
            <a:r>
              <a:rPr lang="en-US" sz="2200">
                <a:latin typeface="Comfortaa"/>
                <a:ea typeface="Comfortaa"/>
                <a:cs typeface="Comfortaa"/>
                <a:sym typeface="Comfortaa"/>
              </a:rPr>
              <a:t>Criação de ferramentas de acessibilidade</a:t>
            </a:r>
            <a:endParaRPr sz="2200">
              <a:latin typeface="Comfortaa"/>
              <a:ea typeface="Comfortaa"/>
              <a:cs typeface="Comfortaa"/>
              <a:sym typeface="Comfortaa"/>
            </a:endParaRPr>
          </a:p>
          <a:p>
            <a:pPr indent="0" lvl="0" marL="457200" rtl="0" algn="ctr">
              <a:spcBef>
                <a:spcPts val="0"/>
              </a:spcBef>
              <a:spcAft>
                <a:spcPts val="0"/>
              </a:spcAft>
              <a:buNone/>
            </a:pPr>
            <a:r>
              <a:t/>
            </a:r>
            <a:endParaRPr sz="2200">
              <a:latin typeface="Comfortaa"/>
              <a:ea typeface="Comfortaa"/>
              <a:cs typeface="Comfortaa"/>
              <a:sym typeface="Comfortaa"/>
            </a:endParaRPr>
          </a:p>
          <a:p>
            <a:pPr indent="-368300" lvl="0" marL="457200" rtl="0" algn="ctr">
              <a:spcBef>
                <a:spcPts val="0"/>
              </a:spcBef>
              <a:spcAft>
                <a:spcPts val="0"/>
              </a:spcAft>
              <a:buSzPts val="2200"/>
              <a:buFont typeface="Comfortaa"/>
              <a:buAutoNum type="arabicPeriod"/>
            </a:pPr>
            <a:r>
              <a:rPr lang="en-US" sz="2200">
                <a:latin typeface="Comfortaa"/>
                <a:ea typeface="Comfortaa"/>
                <a:cs typeface="Comfortaa"/>
                <a:sym typeface="Comfortaa"/>
              </a:rPr>
              <a:t>Detecção de fraudes</a:t>
            </a:r>
            <a:endParaRPr sz="2200">
              <a:latin typeface="Comfortaa"/>
              <a:ea typeface="Comfortaa"/>
              <a:cs typeface="Comfortaa"/>
              <a:sym typeface="Comfortaa"/>
            </a:endParaRPr>
          </a:p>
          <a:p>
            <a:pPr indent="0" lvl="0" marL="457200" rtl="0" algn="ctr">
              <a:spcBef>
                <a:spcPts val="0"/>
              </a:spcBef>
              <a:spcAft>
                <a:spcPts val="0"/>
              </a:spcAft>
              <a:buNone/>
            </a:pPr>
            <a:r>
              <a:t/>
            </a:r>
            <a:endParaRPr sz="2200">
              <a:latin typeface="Comfortaa"/>
              <a:ea typeface="Comfortaa"/>
              <a:cs typeface="Comfortaa"/>
              <a:sym typeface="Comfortaa"/>
            </a:endParaRPr>
          </a:p>
          <a:p>
            <a:pPr indent="-368300" lvl="0" marL="457200" rtl="0" algn="ctr">
              <a:spcBef>
                <a:spcPts val="0"/>
              </a:spcBef>
              <a:spcAft>
                <a:spcPts val="0"/>
              </a:spcAft>
              <a:buSzPts val="2200"/>
              <a:buFont typeface="Comfortaa"/>
              <a:buAutoNum type="arabicPeriod"/>
            </a:pPr>
            <a:r>
              <a:rPr lang="en-US" sz="2200">
                <a:latin typeface="Comfortaa"/>
                <a:ea typeface="Comfortaa"/>
                <a:cs typeface="Comfortaa"/>
                <a:sym typeface="Comfortaa"/>
              </a:rPr>
              <a:t>Sistema de recomendação</a:t>
            </a:r>
            <a:endParaRPr sz="2200">
              <a:latin typeface="Comfortaa"/>
              <a:ea typeface="Comfortaa"/>
              <a:cs typeface="Comfortaa"/>
              <a:sym typeface="Comfortaa"/>
            </a:endParaRPr>
          </a:p>
          <a:p>
            <a:pPr indent="0" lvl="0" marL="0" rtl="0" algn="ctr">
              <a:spcBef>
                <a:spcPts val="0"/>
              </a:spcBef>
              <a:spcAft>
                <a:spcPts val="0"/>
              </a:spcAft>
              <a:buNone/>
            </a:pPr>
            <a:r>
              <a:t/>
            </a:r>
            <a:endParaRPr sz="2200">
              <a:latin typeface="Comfortaa"/>
              <a:ea typeface="Comfortaa"/>
              <a:cs typeface="Comfortaa"/>
              <a:sym typeface="Comforta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g3a39b102941_1_60"/>
          <p:cNvSpPr txBox="1"/>
          <p:nvPr>
            <p:ph type="title"/>
          </p:nvPr>
        </p:nvSpPr>
        <p:spPr>
          <a:xfrm>
            <a:off x="343303" y="490077"/>
            <a:ext cx="9384600" cy="630600"/>
          </a:xfrm>
          <a:prstGeom prst="rect">
            <a:avLst/>
          </a:prstGeom>
        </p:spPr>
        <p:txBody>
          <a:bodyPr anchorCtr="0" anchor="ctr" bIns="100700" lIns="100700" spcFirstLastPara="1" rIns="100700" wrap="square" tIns="100700">
            <a:normAutofit fontScale="90000"/>
          </a:bodyPr>
          <a:lstStyle/>
          <a:p>
            <a:pPr indent="0" lvl="0" marL="0" rtl="0" algn="ctr">
              <a:spcBef>
                <a:spcPts val="0"/>
              </a:spcBef>
              <a:spcAft>
                <a:spcPts val="0"/>
              </a:spcAft>
              <a:buNone/>
            </a:pPr>
            <a:r>
              <a:rPr lang="en-US">
                <a:solidFill>
                  <a:schemeClr val="accent4"/>
                </a:solidFill>
                <a:latin typeface="Cinzel"/>
                <a:ea typeface="Cinzel"/>
                <a:cs typeface="Cinzel"/>
                <a:sym typeface="Cinzel"/>
              </a:rPr>
              <a:t>Panorama LLM</a:t>
            </a:r>
            <a:r>
              <a:rPr lang="en-US">
                <a:latin typeface="Cinzel"/>
                <a:ea typeface="Cinzel"/>
                <a:cs typeface="Cinzel"/>
                <a:sym typeface="Cinzel"/>
              </a:rPr>
              <a:t> </a:t>
            </a:r>
            <a:r>
              <a:rPr lang="en-US">
                <a:solidFill>
                  <a:schemeClr val="lt2"/>
                </a:solidFill>
                <a:latin typeface="Cinzel"/>
                <a:ea typeface="Cinzel"/>
                <a:cs typeface="Cinzel"/>
                <a:sym typeface="Cinzel"/>
              </a:rPr>
              <a:t>|</a:t>
            </a:r>
            <a:r>
              <a:rPr lang="en-US">
                <a:latin typeface="Cinzel"/>
                <a:ea typeface="Cinzel"/>
                <a:cs typeface="Cinzel"/>
                <a:sym typeface="Cinzel"/>
              </a:rPr>
              <a:t> Como usar LLM Aberta</a:t>
            </a:r>
            <a:endParaRPr>
              <a:latin typeface="Cinzel"/>
              <a:ea typeface="Cinzel"/>
              <a:cs typeface="Cinzel"/>
              <a:sym typeface="Cinzel"/>
            </a:endParaRPr>
          </a:p>
        </p:txBody>
      </p:sp>
      <p:sp>
        <p:nvSpPr>
          <p:cNvPr id="134" name="Google Shape;134;g3a39b102941_1_60"/>
          <p:cNvSpPr txBox="1"/>
          <p:nvPr>
            <p:ph idx="1" type="body"/>
          </p:nvPr>
        </p:nvSpPr>
        <p:spPr>
          <a:xfrm>
            <a:off x="343300" y="1269150"/>
            <a:ext cx="4974600" cy="3762300"/>
          </a:xfrm>
          <a:prstGeom prst="rect">
            <a:avLst/>
          </a:prstGeom>
        </p:spPr>
        <p:txBody>
          <a:bodyPr anchorCtr="0" anchor="t" bIns="100700" lIns="100700" spcFirstLastPara="1" rIns="100700" wrap="square" tIns="100700">
            <a:normAutofit fontScale="92500" lnSpcReduction="20000"/>
          </a:bodyPr>
          <a:lstStyle/>
          <a:p>
            <a:pPr indent="0" lvl="0" marL="0" rtl="0" algn="ctr">
              <a:spcBef>
                <a:spcPts val="0"/>
              </a:spcBef>
              <a:spcAft>
                <a:spcPts val="0"/>
              </a:spcAft>
              <a:buNone/>
            </a:pPr>
            <a:r>
              <a:rPr lang="en-US">
                <a:latin typeface="Comfortaa"/>
                <a:ea typeface="Comfortaa"/>
                <a:cs typeface="Comfortaa"/>
                <a:sym typeface="Comfortaa"/>
              </a:rPr>
              <a:t>Para utilizar uma LLM aberta precisamos seguir alguns passos:</a:t>
            </a:r>
            <a:endParaRPr>
              <a:latin typeface="Comfortaa"/>
              <a:ea typeface="Comfortaa"/>
              <a:cs typeface="Comfortaa"/>
              <a:sym typeface="Comfortaa"/>
            </a:endParaRPr>
          </a:p>
          <a:p>
            <a:pPr indent="-346075" lvl="0" marL="457200" rtl="0" algn="ctr">
              <a:spcBef>
                <a:spcPts val="0"/>
              </a:spcBef>
              <a:spcAft>
                <a:spcPts val="0"/>
              </a:spcAft>
              <a:buSzPct val="100000"/>
              <a:buFont typeface="Comfortaa"/>
              <a:buAutoNum type="arabicPeriod"/>
            </a:pPr>
            <a:r>
              <a:rPr lang="en-US">
                <a:latin typeface="Comfortaa"/>
                <a:ea typeface="Comfortaa"/>
                <a:cs typeface="Comfortaa"/>
                <a:sym typeface="Comfortaa"/>
              </a:rPr>
              <a:t>Escolher o modelo adequado</a:t>
            </a:r>
            <a:endParaRPr>
              <a:latin typeface="Comfortaa"/>
              <a:ea typeface="Comfortaa"/>
              <a:cs typeface="Comfortaa"/>
              <a:sym typeface="Comfortaa"/>
            </a:endParaRPr>
          </a:p>
          <a:p>
            <a:pPr indent="0" lvl="0" marL="457200" rtl="0" algn="ctr">
              <a:spcBef>
                <a:spcPts val="0"/>
              </a:spcBef>
              <a:spcAft>
                <a:spcPts val="0"/>
              </a:spcAft>
              <a:buNone/>
            </a:pPr>
            <a:r>
              <a:t/>
            </a:r>
            <a:endParaRPr>
              <a:latin typeface="Comfortaa"/>
              <a:ea typeface="Comfortaa"/>
              <a:cs typeface="Comfortaa"/>
              <a:sym typeface="Comfortaa"/>
            </a:endParaRPr>
          </a:p>
          <a:p>
            <a:pPr indent="-346075" lvl="0" marL="457200" rtl="0" algn="ctr">
              <a:spcBef>
                <a:spcPts val="0"/>
              </a:spcBef>
              <a:spcAft>
                <a:spcPts val="0"/>
              </a:spcAft>
              <a:buSzPct val="100000"/>
              <a:buFont typeface="Comfortaa"/>
              <a:buAutoNum type="arabicPeriod"/>
            </a:pPr>
            <a:r>
              <a:rPr lang="en-US">
                <a:latin typeface="Comfortaa"/>
                <a:ea typeface="Comfortaa"/>
                <a:cs typeface="Comfortaa"/>
                <a:sym typeface="Comfortaa"/>
              </a:rPr>
              <a:t>Preparar o ambiente</a:t>
            </a:r>
            <a:endParaRPr>
              <a:latin typeface="Comfortaa"/>
              <a:ea typeface="Comfortaa"/>
              <a:cs typeface="Comfortaa"/>
              <a:sym typeface="Comfortaa"/>
            </a:endParaRPr>
          </a:p>
          <a:p>
            <a:pPr indent="0" lvl="0" marL="457200" rtl="0" algn="ctr">
              <a:spcBef>
                <a:spcPts val="0"/>
              </a:spcBef>
              <a:spcAft>
                <a:spcPts val="0"/>
              </a:spcAft>
              <a:buNone/>
            </a:pPr>
            <a:r>
              <a:t/>
            </a:r>
            <a:endParaRPr>
              <a:latin typeface="Comfortaa"/>
              <a:ea typeface="Comfortaa"/>
              <a:cs typeface="Comfortaa"/>
              <a:sym typeface="Comfortaa"/>
            </a:endParaRPr>
          </a:p>
          <a:p>
            <a:pPr indent="-346075" lvl="0" marL="457200" rtl="0" algn="ctr">
              <a:spcBef>
                <a:spcPts val="0"/>
              </a:spcBef>
              <a:spcAft>
                <a:spcPts val="0"/>
              </a:spcAft>
              <a:buSzPct val="100000"/>
              <a:buFont typeface="Comfortaa"/>
              <a:buAutoNum type="arabicPeriod"/>
            </a:pPr>
            <a:r>
              <a:rPr lang="en-US">
                <a:latin typeface="Comfortaa"/>
                <a:ea typeface="Comfortaa"/>
                <a:cs typeface="Comfortaa"/>
                <a:sym typeface="Comfortaa"/>
              </a:rPr>
              <a:t>Ajustes</a:t>
            </a:r>
            <a:endParaRPr>
              <a:latin typeface="Comfortaa"/>
              <a:ea typeface="Comfortaa"/>
              <a:cs typeface="Comfortaa"/>
              <a:sym typeface="Comfortaa"/>
            </a:endParaRPr>
          </a:p>
          <a:p>
            <a:pPr indent="0" lvl="0" marL="457200" rtl="0" algn="ctr">
              <a:spcBef>
                <a:spcPts val="0"/>
              </a:spcBef>
              <a:spcAft>
                <a:spcPts val="0"/>
              </a:spcAft>
              <a:buNone/>
            </a:pPr>
            <a:r>
              <a:t/>
            </a:r>
            <a:endParaRPr>
              <a:latin typeface="Comfortaa"/>
              <a:ea typeface="Comfortaa"/>
              <a:cs typeface="Comfortaa"/>
              <a:sym typeface="Comfortaa"/>
            </a:endParaRPr>
          </a:p>
          <a:p>
            <a:pPr indent="-346075" lvl="0" marL="457200" rtl="0" algn="ctr">
              <a:spcBef>
                <a:spcPts val="0"/>
              </a:spcBef>
              <a:spcAft>
                <a:spcPts val="0"/>
              </a:spcAft>
              <a:buSzPct val="100000"/>
              <a:buFont typeface="Comfortaa"/>
              <a:buAutoNum type="arabicPeriod"/>
            </a:pPr>
            <a:r>
              <a:rPr lang="en-US">
                <a:latin typeface="Comfortaa"/>
                <a:ea typeface="Comfortaa"/>
                <a:cs typeface="Comfortaa"/>
                <a:sym typeface="Comfortaa"/>
              </a:rPr>
              <a:t>Teste e Validação</a:t>
            </a:r>
            <a:endParaRPr>
              <a:latin typeface="Comfortaa"/>
              <a:ea typeface="Comfortaa"/>
              <a:cs typeface="Comfortaa"/>
              <a:sym typeface="Comfortaa"/>
            </a:endParaRPr>
          </a:p>
          <a:p>
            <a:pPr indent="0" lvl="0" marL="457200" rtl="0" algn="ctr">
              <a:spcBef>
                <a:spcPts val="0"/>
              </a:spcBef>
              <a:spcAft>
                <a:spcPts val="0"/>
              </a:spcAft>
              <a:buNone/>
            </a:pPr>
            <a:r>
              <a:t/>
            </a:r>
            <a:endParaRPr>
              <a:latin typeface="Comfortaa"/>
              <a:ea typeface="Comfortaa"/>
              <a:cs typeface="Comfortaa"/>
              <a:sym typeface="Comfortaa"/>
            </a:endParaRPr>
          </a:p>
          <a:p>
            <a:pPr indent="-346075" lvl="0" marL="457200" rtl="0" algn="ctr">
              <a:spcBef>
                <a:spcPts val="0"/>
              </a:spcBef>
              <a:spcAft>
                <a:spcPts val="0"/>
              </a:spcAft>
              <a:buSzPct val="100000"/>
              <a:buFont typeface="Comfortaa"/>
              <a:buAutoNum type="arabicPeriod"/>
            </a:pPr>
            <a:r>
              <a:rPr lang="en-US">
                <a:latin typeface="Comfortaa"/>
                <a:ea typeface="Comfortaa"/>
                <a:cs typeface="Comfortaa"/>
                <a:sym typeface="Comfortaa"/>
              </a:rPr>
              <a:t>Integração e Produção</a:t>
            </a:r>
            <a:endParaRPr>
              <a:latin typeface="Comfortaa"/>
              <a:ea typeface="Comfortaa"/>
              <a:cs typeface="Comfortaa"/>
              <a:sym typeface="Comfortaa"/>
            </a:endParaRPr>
          </a:p>
          <a:p>
            <a:pPr indent="0" lvl="0" marL="457200" rtl="0" algn="ctr">
              <a:spcBef>
                <a:spcPts val="0"/>
              </a:spcBef>
              <a:spcAft>
                <a:spcPts val="0"/>
              </a:spcAft>
              <a:buNone/>
            </a:pPr>
            <a:r>
              <a:t/>
            </a:r>
            <a:endParaRPr>
              <a:latin typeface="Comfortaa"/>
              <a:ea typeface="Comfortaa"/>
              <a:cs typeface="Comfortaa"/>
              <a:sym typeface="Comfortaa"/>
            </a:endParaRPr>
          </a:p>
          <a:p>
            <a:pPr indent="-346075" lvl="0" marL="457200" rtl="0" algn="ctr">
              <a:spcBef>
                <a:spcPts val="0"/>
              </a:spcBef>
              <a:spcAft>
                <a:spcPts val="0"/>
              </a:spcAft>
              <a:buSzPct val="100000"/>
              <a:buFont typeface="Comfortaa"/>
              <a:buAutoNum type="arabicPeriod"/>
            </a:pPr>
            <a:r>
              <a:rPr lang="en-US">
                <a:latin typeface="Comfortaa"/>
                <a:ea typeface="Comfortaa"/>
                <a:cs typeface="Comfortaa"/>
                <a:sym typeface="Comfortaa"/>
              </a:rPr>
              <a:t>Atualizações e Manutenções</a:t>
            </a:r>
            <a:endParaRPr>
              <a:latin typeface="Comfortaa"/>
              <a:ea typeface="Comfortaa"/>
              <a:cs typeface="Comfortaa"/>
              <a:sym typeface="Comfortaa"/>
            </a:endParaRPr>
          </a:p>
        </p:txBody>
      </p:sp>
      <p:pic>
        <p:nvPicPr>
          <p:cNvPr id="135" name="Google Shape;135;g3a39b102941_1_60"/>
          <p:cNvPicPr preferRelativeResize="0"/>
          <p:nvPr/>
        </p:nvPicPr>
        <p:blipFill>
          <a:blip r:embed="rId3">
            <a:alphaModFix/>
          </a:blip>
          <a:stretch>
            <a:fillRect/>
          </a:stretch>
        </p:blipFill>
        <p:spPr>
          <a:xfrm>
            <a:off x="5053125" y="1311800"/>
            <a:ext cx="4674775" cy="3677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g3a5539bd192_0_8"/>
          <p:cNvSpPr txBox="1"/>
          <p:nvPr>
            <p:ph type="title"/>
          </p:nvPr>
        </p:nvSpPr>
        <p:spPr>
          <a:xfrm>
            <a:off x="343303" y="490077"/>
            <a:ext cx="9384600" cy="630600"/>
          </a:xfrm>
          <a:prstGeom prst="rect">
            <a:avLst/>
          </a:prstGeom>
        </p:spPr>
        <p:txBody>
          <a:bodyPr anchorCtr="0" anchor="ctr" bIns="100700" lIns="100700" spcFirstLastPara="1" rIns="100700" wrap="square" tIns="100700">
            <a:normAutofit fontScale="90000"/>
          </a:bodyPr>
          <a:lstStyle/>
          <a:p>
            <a:pPr indent="0" lvl="0" marL="0" rtl="0" algn="ctr">
              <a:spcBef>
                <a:spcPts val="0"/>
              </a:spcBef>
              <a:spcAft>
                <a:spcPts val="0"/>
              </a:spcAft>
              <a:buNone/>
            </a:pPr>
            <a:r>
              <a:rPr lang="en-US">
                <a:solidFill>
                  <a:schemeClr val="accent4"/>
                </a:solidFill>
                <a:latin typeface="Cinzel"/>
                <a:ea typeface="Cinzel"/>
                <a:cs typeface="Cinzel"/>
                <a:sym typeface="Cinzel"/>
              </a:rPr>
              <a:t>Panorama LLM</a:t>
            </a:r>
            <a:r>
              <a:rPr lang="en-US">
                <a:latin typeface="Cinzel"/>
                <a:ea typeface="Cinzel"/>
                <a:cs typeface="Cinzel"/>
                <a:sym typeface="Cinzel"/>
              </a:rPr>
              <a:t> </a:t>
            </a:r>
            <a:r>
              <a:rPr lang="en-US">
                <a:solidFill>
                  <a:schemeClr val="lt2"/>
                </a:solidFill>
                <a:latin typeface="Cinzel"/>
                <a:ea typeface="Cinzel"/>
                <a:cs typeface="Cinzel"/>
                <a:sym typeface="Cinzel"/>
              </a:rPr>
              <a:t>|</a:t>
            </a:r>
            <a:r>
              <a:rPr lang="en-US">
                <a:latin typeface="Cinzel"/>
                <a:ea typeface="Cinzel"/>
                <a:cs typeface="Cinzel"/>
                <a:sym typeface="Cinzel"/>
              </a:rPr>
              <a:t> Como usar LLM Aberta</a:t>
            </a:r>
            <a:endParaRPr>
              <a:solidFill>
                <a:schemeClr val="accent4"/>
              </a:solidFill>
              <a:latin typeface="Cinzel"/>
              <a:ea typeface="Cinzel"/>
              <a:cs typeface="Cinzel"/>
              <a:sym typeface="Cinzel"/>
            </a:endParaRPr>
          </a:p>
        </p:txBody>
      </p:sp>
      <p:sp>
        <p:nvSpPr>
          <p:cNvPr id="141" name="Google Shape;141;g3a5539bd192_0_8"/>
          <p:cNvSpPr txBox="1"/>
          <p:nvPr>
            <p:ph idx="1" type="body"/>
          </p:nvPr>
        </p:nvSpPr>
        <p:spPr>
          <a:xfrm>
            <a:off x="343303" y="1269145"/>
            <a:ext cx="9384600" cy="3762300"/>
          </a:xfrm>
          <a:prstGeom prst="rect">
            <a:avLst/>
          </a:prstGeom>
        </p:spPr>
        <p:txBody>
          <a:bodyPr anchorCtr="0" anchor="t" bIns="100700" lIns="100700" spcFirstLastPara="1" rIns="100700" wrap="square" tIns="100700">
            <a:noAutofit/>
          </a:bodyPr>
          <a:lstStyle/>
          <a:p>
            <a:pPr indent="0" lvl="0" marL="0" rtl="0" algn="ctr">
              <a:spcBef>
                <a:spcPts val="0"/>
              </a:spcBef>
              <a:spcAft>
                <a:spcPts val="0"/>
              </a:spcAft>
              <a:buNone/>
            </a:pPr>
            <a:r>
              <a:rPr lang="en-US">
                <a:latin typeface="Comfortaa"/>
                <a:ea typeface="Comfortaa"/>
                <a:cs typeface="Comfortaa"/>
                <a:sym typeface="Comfortaa"/>
              </a:rPr>
              <a:t>Existem alguns conceitos importantes quando estamos trabalhando com uma LLM aberta que precisamos saber, sendo eles:</a:t>
            </a:r>
            <a:endParaRPr>
              <a:latin typeface="Comfortaa"/>
              <a:ea typeface="Comfortaa"/>
              <a:cs typeface="Comfortaa"/>
              <a:sym typeface="Comfortaa"/>
            </a:endParaRPr>
          </a:p>
          <a:p>
            <a:pPr indent="0" lvl="0" marL="0" rtl="0" algn="ctr">
              <a:spcBef>
                <a:spcPts val="0"/>
              </a:spcBef>
              <a:spcAft>
                <a:spcPts val="0"/>
              </a:spcAft>
              <a:buNone/>
            </a:pPr>
            <a:br>
              <a:rPr lang="en-US">
                <a:latin typeface="Comfortaa"/>
                <a:ea typeface="Comfortaa"/>
                <a:cs typeface="Comfortaa"/>
                <a:sym typeface="Comfortaa"/>
              </a:rPr>
            </a:br>
            <a:r>
              <a:rPr b="1" lang="en-US">
                <a:latin typeface="Comfortaa"/>
                <a:ea typeface="Comfortaa"/>
                <a:cs typeface="Comfortaa"/>
                <a:sym typeface="Comfortaa"/>
              </a:rPr>
              <a:t>RAG (Retrieval-Augmented Generation): </a:t>
            </a:r>
            <a:r>
              <a:rPr lang="en-US">
                <a:latin typeface="Comfortaa"/>
                <a:ea typeface="Comfortaa"/>
                <a:cs typeface="Comfortaa"/>
                <a:sym typeface="Comfortaa"/>
              </a:rPr>
              <a:t>Ampliar a capacidade de resposta de LLMs, combinando o conhecimento interno do modelo de linguagem com sistemas de recuperação de informações.</a:t>
            </a:r>
            <a:endParaRPr>
              <a:latin typeface="Comfortaa"/>
              <a:ea typeface="Comfortaa"/>
              <a:cs typeface="Comfortaa"/>
              <a:sym typeface="Comfortaa"/>
            </a:endParaRPr>
          </a:p>
          <a:p>
            <a:pPr indent="0" lvl="0" marL="0" rtl="0" algn="ctr">
              <a:spcBef>
                <a:spcPts val="0"/>
              </a:spcBef>
              <a:spcAft>
                <a:spcPts val="0"/>
              </a:spcAft>
              <a:buNone/>
            </a:pPr>
            <a:r>
              <a:t/>
            </a:r>
            <a:endParaRPr b="1">
              <a:latin typeface="Comfortaa"/>
              <a:ea typeface="Comfortaa"/>
              <a:cs typeface="Comfortaa"/>
              <a:sym typeface="Comfortaa"/>
            </a:endParaRPr>
          </a:p>
          <a:p>
            <a:pPr indent="0" lvl="0" marL="0" rtl="0" algn="ctr">
              <a:spcBef>
                <a:spcPts val="0"/>
              </a:spcBef>
              <a:spcAft>
                <a:spcPts val="0"/>
              </a:spcAft>
              <a:buNone/>
            </a:pPr>
            <a:r>
              <a:rPr b="1" lang="en-US">
                <a:latin typeface="Comfortaa"/>
                <a:ea typeface="Comfortaa"/>
                <a:cs typeface="Comfortaa"/>
                <a:sym typeface="Comfortaa"/>
              </a:rPr>
              <a:t>Fine-Tunning: </a:t>
            </a:r>
            <a:r>
              <a:rPr lang="en-US">
                <a:latin typeface="Comfortaa"/>
                <a:ea typeface="Comfortaa"/>
                <a:cs typeface="Comfortaa"/>
                <a:sym typeface="Comfortaa"/>
              </a:rPr>
              <a:t>Processo que permite adaptar modelos de Inteligência Artificial pré-treinados para tarefas ou domínios específicos, utilizando datasets menores e direcionados.</a:t>
            </a:r>
            <a:endParaRPr>
              <a:latin typeface="Comfortaa"/>
              <a:ea typeface="Comfortaa"/>
              <a:cs typeface="Comfortaa"/>
              <a:sym typeface="Comforta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g3a39b102941_1_70"/>
          <p:cNvSpPr txBox="1"/>
          <p:nvPr>
            <p:ph type="title"/>
          </p:nvPr>
        </p:nvSpPr>
        <p:spPr>
          <a:xfrm>
            <a:off x="343303" y="490077"/>
            <a:ext cx="9384600" cy="630600"/>
          </a:xfrm>
          <a:prstGeom prst="rect">
            <a:avLst/>
          </a:prstGeom>
        </p:spPr>
        <p:txBody>
          <a:bodyPr anchorCtr="0" anchor="t" bIns="100700" lIns="100700" spcFirstLastPara="1" rIns="100700" wrap="square" tIns="100700">
            <a:normAutofit fontScale="90000"/>
          </a:bodyPr>
          <a:lstStyle/>
          <a:p>
            <a:pPr indent="0" lvl="0" marL="0" rtl="0" algn="ctr">
              <a:spcBef>
                <a:spcPts val="0"/>
              </a:spcBef>
              <a:spcAft>
                <a:spcPts val="0"/>
              </a:spcAft>
              <a:buNone/>
            </a:pPr>
            <a:r>
              <a:rPr lang="en-US">
                <a:solidFill>
                  <a:srgbClr val="CC0000"/>
                </a:solidFill>
                <a:latin typeface="Cinzel ExtraBold"/>
                <a:ea typeface="Cinzel ExtraBold"/>
                <a:cs typeface="Cinzel ExtraBold"/>
                <a:sym typeface="Cinzel ExtraBold"/>
              </a:rPr>
              <a:t>PLN X LLM</a:t>
            </a:r>
            <a:endParaRPr>
              <a:solidFill>
                <a:srgbClr val="CC0000"/>
              </a:solidFill>
              <a:latin typeface="Cinzel ExtraBold"/>
              <a:ea typeface="Cinzel ExtraBold"/>
              <a:cs typeface="Cinzel ExtraBold"/>
              <a:sym typeface="Cinzel ExtraBold"/>
            </a:endParaRPr>
          </a:p>
        </p:txBody>
      </p:sp>
      <p:sp>
        <p:nvSpPr>
          <p:cNvPr id="147" name="Google Shape;147;g3a39b102941_1_70"/>
          <p:cNvSpPr txBox="1"/>
          <p:nvPr>
            <p:ph idx="1" type="body"/>
          </p:nvPr>
        </p:nvSpPr>
        <p:spPr>
          <a:xfrm>
            <a:off x="343303" y="1269145"/>
            <a:ext cx="4405500" cy="3762300"/>
          </a:xfrm>
          <a:prstGeom prst="rect">
            <a:avLst/>
          </a:prstGeom>
        </p:spPr>
        <p:txBody>
          <a:bodyPr anchorCtr="0" anchor="t" bIns="100700" lIns="100700" spcFirstLastPara="1" rIns="100700" wrap="square" tIns="100700">
            <a:normAutofit/>
          </a:bodyPr>
          <a:lstStyle/>
          <a:p>
            <a:pPr indent="0" lvl="0" marL="0" rtl="0" algn="l">
              <a:spcBef>
                <a:spcPts val="0"/>
              </a:spcBef>
              <a:spcAft>
                <a:spcPts val="0"/>
              </a:spcAft>
              <a:buNone/>
            </a:pPr>
            <a:r>
              <a:rPr lang="en-US" sz="2000">
                <a:latin typeface="Comfortaa"/>
                <a:ea typeface="Comfortaa"/>
                <a:cs typeface="Comfortaa"/>
                <a:sym typeface="Comfortaa"/>
              </a:rPr>
              <a:t>O PLN é uma forma de inteligência artificial, com regras e estatísticas próprias, que se destaca em tarefas estruturadas, como extração de texto e tradução de informações. O foco do PLN está na precisão, mas é muito limitado no que pode fazer isoladamente.</a:t>
            </a:r>
            <a:endParaRPr sz="2000">
              <a:latin typeface="Comfortaa"/>
              <a:ea typeface="Comfortaa"/>
              <a:cs typeface="Comfortaa"/>
              <a:sym typeface="Comfortaa"/>
            </a:endParaRPr>
          </a:p>
        </p:txBody>
      </p:sp>
      <p:sp>
        <p:nvSpPr>
          <p:cNvPr id="148" name="Google Shape;148;g3a39b102941_1_70"/>
          <p:cNvSpPr txBox="1"/>
          <p:nvPr>
            <p:ph idx="2" type="body"/>
          </p:nvPr>
        </p:nvSpPr>
        <p:spPr>
          <a:xfrm>
            <a:off x="5322352" y="1269145"/>
            <a:ext cx="4405500" cy="3762300"/>
          </a:xfrm>
          <a:prstGeom prst="rect">
            <a:avLst/>
          </a:prstGeom>
        </p:spPr>
        <p:txBody>
          <a:bodyPr anchorCtr="0" anchor="t" bIns="100700" lIns="100700" spcFirstLastPara="1" rIns="100700" wrap="square" tIns="100700">
            <a:normAutofit/>
          </a:bodyPr>
          <a:lstStyle/>
          <a:p>
            <a:pPr indent="0" lvl="0" marL="0" rtl="0" algn="l">
              <a:spcBef>
                <a:spcPts val="0"/>
              </a:spcBef>
              <a:spcAft>
                <a:spcPts val="0"/>
              </a:spcAft>
              <a:buNone/>
            </a:pPr>
            <a:r>
              <a:rPr lang="en-US" sz="2000">
                <a:latin typeface="Comfortaa"/>
                <a:ea typeface="Comfortaa"/>
                <a:cs typeface="Comfortaa"/>
                <a:sym typeface="Comfortaa"/>
              </a:rPr>
              <a:t>Os LLMs são um tipo de modelo de Machine Learning alimentado por aprendizado profundo e dados em larga escala. Eles são os grandes mestres da criatividade, gerando textos, respondendo a perguntas e se adaptando a vários cenários com uma fluência impressionante.</a:t>
            </a:r>
            <a:endParaRPr sz="2000">
              <a:latin typeface="Comfortaa"/>
              <a:ea typeface="Comfortaa"/>
              <a:cs typeface="Comfortaa"/>
              <a:sym typeface="Comforta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3a39b102941_1_80"/>
          <p:cNvSpPr txBox="1"/>
          <p:nvPr>
            <p:ph type="title"/>
          </p:nvPr>
        </p:nvSpPr>
        <p:spPr>
          <a:xfrm>
            <a:off x="343303" y="490077"/>
            <a:ext cx="9384600" cy="630600"/>
          </a:xfrm>
          <a:prstGeom prst="rect">
            <a:avLst/>
          </a:prstGeom>
        </p:spPr>
        <p:txBody>
          <a:bodyPr anchorCtr="0" anchor="t" bIns="100700" lIns="100700" spcFirstLastPara="1" rIns="100700" wrap="square" tIns="100700">
            <a:normAutofit fontScale="90000"/>
          </a:bodyPr>
          <a:lstStyle/>
          <a:p>
            <a:pPr indent="0" lvl="0" marL="0" rtl="0" algn="ctr">
              <a:spcBef>
                <a:spcPts val="0"/>
              </a:spcBef>
              <a:spcAft>
                <a:spcPts val="0"/>
              </a:spcAft>
              <a:buNone/>
            </a:pPr>
            <a:r>
              <a:rPr lang="en-US">
                <a:solidFill>
                  <a:schemeClr val="accent4"/>
                </a:solidFill>
                <a:latin typeface="Cinzel"/>
                <a:ea typeface="Cinzel"/>
                <a:cs typeface="Cinzel"/>
                <a:sym typeface="Cinzel"/>
              </a:rPr>
              <a:t>Importância da Análise de Sentimentos</a:t>
            </a:r>
            <a:endParaRPr>
              <a:solidFill>
                <a:schemeClr val="accent4"/>
              </a:solidFill>
              <a:latin typeface="Cinzel"/>
              <a:ea typeface="Cinzel"/>
              <a:cs typeface="Cinzel"/>
              <a:sym typeface="Cinzel"/>
            </a:endParaRPr>
          </a:p>
        </p:txBody>
      </p:sp>
      <p:sp>
        <p:nvSpPr>
          <p:cNvPr id="154" name="Google Shape;154;g3a39b102941_1_80"/>
          <p:cNvSpPr txBox="1"/>
          <p:nvPr>
            <p:ph idx="1" type="body"/>
          </p:nvPr>
        </p:nvSpPr>
        <p:spPr>
          <a:xfrm>
            <a:off x="343303" y="1269145"/>
            <a:ext cx="9384600" cy="3762300"/>
          </a:xfrm>
          <a:prstGeom prst="rect">
            <a:avLst/>
          </a:prstGeom>
        </p:spPr>
        <p:txBody>
          <a:bodyPr anchorCtr="0" anchor="t" bIns="100700" lIns="100700" spcFirstLastPara="1" rIns="100700" wrap="square" tIns="100700">
            <a:normAutofit lnSpcReduction="10000"/>
          </a:bodyPr>
          <a:lstStyle/>
          <a:p>
            <a:pPr indent="0" lvl="0" marL="0" rtl="0" algn="ctr">
              <a:spcBef>
                <a:spcPts val="0"/>
              </a:spcBef>
              <a:spcAft>
                <a:spcPts val="0"/>
              </a:spcAft>
              <a:buNone/>
            </a:pPr>
            <a:r>
              <a:rPr lang="en-US">
                <a:latin typeface="Comfortaa"/>
                <a:ea typeface="Comfortaa"/>
                <a:cs typeface="Comfortaa"/>
                <a:sym typeface="Comfortaa"/>
              </a:rPr>
              <a:t>Com mais maneiras para as pessoas expressarem seus sentimentos online, as organizações precisam de ferramentas poderosas para monitorar o que está sendo dito sobre elas e seus produtos e serviços quase em tempo real.</a:t>
            </a:r>
            <a:endParaRPr>
              <a:latin typeface="Comfortaa"/>
              <a:ea typeface="Comfortaa"/>
              <a:cs typeface="Comfortaa"/>
              <a:sym typeface="Comfortaa"/>
            </a:endParaRPr>
          </a:p>
          <a:p>
            <a:pPr indent="0" lvl="0" marL="0" rtl="0" algn="ctr">
              <a:spcBef>
                <a:spcPts val="0"/>
              </a:spcBef>
              <a:spcAft>
                <a:spcPts val="0"/>
              </a:spcAft>
              <a:buNone/>
            </a:pPr>
            <a:r>
              <a:t/>
            </a:r>
            <a:endParaRPr>
              <a:latin typeface="Comfortaa"/>
              <a:ea typeface="Comfortaa"/>
              <a:cs typeface="Comfortaa"/>
              <a:sym typeface="Comfortaa"/>
            </a:endParaRPr>
          </a:p>
          <a:p>
            <a:pPr indent="0" lvl="0" marL="0" rtl="0" algn="ctr">
              <a:spcBef>
                <a:spcPts val="0"/>
              </a:spcBef>
              <a:spcAft>
                <a:spcPts val="0"/>
              </a:spcAft>
              <a:buNone/>
            </a:pPr>
            <a:r>
              <a:rPr lang="en-US">
                <a:latin typeface="Comfortaa"/>
                <a:ea typeface="Comfortaa"/>
                <a:cs typeface="Comfortaa"/>
                <a:sym typeface="Comfortaa"/>
              </a:rPr>
              <a:t>Além disso, no mundo atual opiniões expressas nas redes sociais, sejam verdadeiras ou não, podem destruir uma reputação de marca que levou anos para ser contruída. Ferramentas robustas de análise de sentimento aprimoradas por IA ajudam os executivos a monitorar o sentimento geral em torno de sua marca para identificarem possíveis problemas e resolvê-los rápido.</a:t>
            </a:r>
            <a:endParaRPr>
              <a:latin typeface="Comfortaa"/>
              <a:ea typeface="Comfortaa"/>
              <a:cs typeface="Comfortaa"/>
              <a:sym typeface="Comfortaa"/>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g3a39b102941_1_85"/>
          <p:cNvSpPr txBox="1"/>
          <p:nvPr>
            <p:ph type="title"/>
          </p:nvPr>
        </p:nvSpPr>
        <p:spPr>
          <a:xfrm>
            <a:off x="343303" y="490077"/>
            <a:ext cx="9384600" cy="630600"/>
          </a:xfrm>
          <a:prstGeom prst="rect">
            <a:avLst/>
          </a:prstGeom>
        </p:spPr>
        <p:txBody>
          <a:bodyPr anchorCtr="0" anchor="ctr" bIns="100700" lIns="100700" spcFirstLastPara="1" rIns="100700" wrap="square" tIns="100700">
            <a:normAutofit fontScale="90000"/>
          </a:bodyPr>
          <a:lstStyle/>
          <a:p>
            <a:pPr indent="0" lvl="0" marL="0" rtl="0" algn="ctr">
              <a:spcBef>
                <a:spcPts val="0"/>
              </a:spcBef>
              <a:spcAft>
                <a:spcPts val="0"/>
              </a:spcAft>
              <a:buNone/>
            </a:pPr>
            <a:r>
              <a:rPr lang="en-US">
                <a:solidFill>
                  <a:schemeClr val="accent4"/>
                </a:solidFill>
                <a:latin typeface="Cinzel"/>
                <a:ea typeface="Cinzel"/>
                <a:cs typeface="Cinzel"/>
                <a:sym typeface="Cinzel"/>
              </a:rPr>
              <a:t>Fundamentos Teóricos </a:t>
            </a:r>
            <a:r>
              <a:rPr lang="en-US">
                <a:solidFill>
                  <a:schemeClr val="lt2"/>
                </a:solidFill>
                <a:latin typeface="Cinzel"/>
                <a:ea typeface="Cinzel"/>
                <a:cs typeface="Cinzel"/>
                <a:sym typeface="Cinzel"/>
              </a:rPr>
              <a:t>|</a:t>
            </a:r>
            <a:r>
              <a:rPr lang="en-US">
                <a:latin typeface="Cinzel"/>
                <a:ea typeface="Cinzel"/>
                <a:cs typeface="Cinzel"/>
                <a:sym typeface="Cinzel"/>
              </a:rPr>
              <a:t> Tokenização</a:t>
            </a:r>
            <a:endParaRPr>
              <a:latin typeface="Cinzel"/>
              <a:ea typeface="Cinzel"/>
              <a:cs typeface="Cinzel"/>
              <a:sym typeface="Cinzel"/>
            </a:endParaRPr>
          </a:p>
        </p:txBody>
      </p:sp>
      <p:sp>
        <p:nvSpPr>
          <p:cNvPr id="160" name="Google Shape;160;g3a39b102941_1_85"/>
          <p:cNvSpPr txBox="1"/>
          <p:nvPr>
            <p:ph idx="1" type="body"/>
          </p:nvPr>
        </p:nvSpPr>
        <p:spPr>
          <a:xfrm>
            <a:off x="343302" y="1269150"/>
            <a:ext cx="2808600" cy="3762300"/>
          </a:xfrm>
          <a:prstGeom prst="rect">
            <a:avLst/>
          </a:prstGeom>
        </p:spPr>
        <p:txBody>
          <a:bodyPr anchorCtr="0" anchor="t" bIns="100700" lIns="100700" spcFirstLastPara="1" rIns="100700" wrap="square" tIns="100700">
            <a:normAutofit lnSpcReduction="20000"/>
          </a:bodyPr>
          <a:lstStyle/>
          <a:p>
            <a:pPr indent="0" lvl="0" marL="0" rtl="0" algn="ctr">
              <a:spcBef>
                <a:spcPts val="0"/>
              </a:spcBef>
              <a:spcAft>
                <a:spcPts val="0"/>
              </a:spcAft>
              <a:buNone/>
            </a:pPr>
            <a:r>
              <a:rPr lang="en-US"/>
              <a:t>Como mostrado na imagem é o processo de dividir uma frase em palavras ou tokens individuais. É importante ressaltar que os tokens não são necessariamente apenas uma palavra e que caracteres especiais são removidos.</a:t>
            </a:r>
            <a:endParaRPr/>
          </a:p>
        </p:txBody>
      </p:sp>
      <p:pic>
        <p:nvPicPr>
          <p:cNvPr id="161" name="Google Shape;161;g3a39b102941_1_85"/>
          <p:cNvPicPr preferRelativeResize="0"/>
          <p:nvPr/>
        </p:nvPicPr>
        <p:blipFill>
          <a:blip r:embed="rId3">
            <a:alphaModFix/>
          </a:blip>
          <a:stretch>
            <a:fillRect/>
          </a:stretch>
        </p:blipFill>
        <p:spPr>
          <a:xfrm>
            <a:off x="3151950" y="1269153"/>
            <a:ext cx="6575953" cy="3762300"/>
          </a:xfrm>
          <a:prstGeom prst="rect">
            <a:avLst/>
          </a:prstGeom>
          <a:noFill/>
          <a:ln>
            <a:noFill/>
          </a:ln>
        </p:spPr>
      </p:pic>
      <p:cxnSp>
        <p:nvCxnSpPr>
          <p:cNvPr id="162" name="Google Shape;162;g3a39b102941_1_85"/>
          <p:cNvCxnSpPr/>
          <p:nvPr/>
        </p:nvCxnSpPr>
        <p:spPr>
          <a:xfrm>
            <a:off x="8157275" y="3764900"/>
            <a:ext cx="705900" cy="972600"/>
          </a:xfrm>
          <a:prstGeom prst="straightConnector1">
            <a:avLst/>
          </a:prstGeom>
          <a:noFill/>
          <a:ln cap="flat" cmpd="sng" w="152400">
            <a:solidFill>
              <a:srgbClr val="FF0000"/>
            </a:solidFill>
            <a:prstDash val="solid"/>
            <a:round/>
            <a:headEnd len="med" w="med" type="none"/>
            <a:tailEnd len="med" w="med" type="none"/>
          </a:ln>
        </p:spPr>
      </p:cxnSp>
      <p:cxnSp>
        <p:nvCxnSpPr>
          <p:cNvPr id="163" name="Google Shape;163;g3a39b102941_1_85"/>
          <p:cNvCxnSpPr/>
          <p:nvPr/>
        </p:nvCxnSpPr>
        <p:spPr>
          <a:xfrm flipH="1">
            <a:off x="8235725" y="3906200"/>
            <a:ext cx="549000" cy="831300"/>
          </a:xfrm>
          <a:prstGeom prst="straightConnector1">
            <a:avLst/>
          </a:prstGeom>
          <a:noFill/>
          <a:ln cap="flat" cmpd="sng" w="152400">
            <a:solidFill>
              <a:srgbClr val="FF0000"/>
            </a:solidFill>
            <a:prstDash val="solid"/>
            <a:round/>
            <a:headEnd len="med" w="med" type="none"/>
            <a:tailEnd len="med" w="med" type="non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3a5539bd192_0_16"/>
          <p:cNvSpPr txBox="1"/>
          <p:nvPr>
            <p:ph type="title"/>
          </p:nvPr>
        </p:nvSpPr>
        <p:spPr>
          <a:xfrm>
            <a:off x="343303" y="490077"/>
            <a:ext cx="9384600" cy="630600"/>
          </a:xfrm>
          <a:prstGeom prst="rect">
            <a:avLst/>
          </a:prstGeom>
        </p:spPr>
        <p:txBody>
          <a:bodyPr anchorCtr="0" anchor="ctr" bIns="100700" lIns="100700" spcFirstLastPara="1" rIns="100700" wrap="square" tIns="100700">
            <a:normAutofit fontScale="90000"/>
          </a:bodyPr>
          <a:lstStyle/>
          <a:p>
            <a:pPr indent="0" lvl="0" marL="0" rtl="0" algn="ctr">
              <a:spcBef>
                <a:spcPts val="0"/>
              </a:spcBef>
              <a:spcAft>
                <a:spcPts val="0"/>
              </a:spcAft>
              <a:buNone/>
            </a:pPr>
            <a:r>
              <a:rPr lang="en-US">
                <a:solidFill>
                  <a:schemeClr val="accent4"/>
                </a:solidFill>
                <a:latin typeface="Cinzel"/>
                <a:ea typeface="Cinzel"/>
                <a:cs typeface="Cinzel"/>
                <a:sym typeface="Cinzel"/>
              </a:rPr>
              <a:t>Fundamentos Teóricos </a:t>
            </a:r>
            <a:r>
              <a:rPr lang="en-US">
                <a:solidFill>
                  <a:schemeClr val="lt2"/>
                </a:solidFill>
                <a:latin typeface="Cinzel"/>
                <a:ea typeface="Cinzel"/>
                <a:cs typeface="Cinzel"/>
                <a:sym typeface="Cinzel"/>
              </a:rPr>
              <a:t>|</a:t>
            </a:r>
            <a:r>
              <a:rPr lang="en-US">
                <a:latin typeface="Cinzel"/>
                <a:ea typeface="Cinzel"/>
                <a:cs typeface="Cinzel"/>
                <a:sym typeface="Cinzel"/>
              </a:rPr>
              <a:t> Tipos de Tokenização</a:t>
            </a:r>
            <a:endParaRPr>
              <a:latin typeface="Cinzel"/>
              <a:ea typeface="Cinzel"/>
              <a:cs typeface="Cinzel"/>
              <a:sym typeface="Cinzel"/>
            </a:endParaRPr>
          </a:p>
        </p:txBody>
      </p:sp>
      <p:sp>
        <p:nvSpPr>
          <p:cNvPr id="169" name="Google Shape;169;g3a5539bd192_0_16"/>
          <p:cNvSpPr txBox="1"/>
          <p:nvPr>
            <p:ph idx="1" type="body"/>
          </p:nvPr>
        </p:nvSpPr>
        <p:spPr>
          <a:xfrm>
            <a:off x="343295" y="1269150"/>
            <a:ext cx="9384600" cy="3762300"/>
          </a:xfrm>
          <a:prstGeom prst="rect">
            <a:avLst/>
          </a:prstGeom>
        </p:spPr>
        <p:txBody>
          <a:bodyPr anchorCtr="0" anchor="t" bIns="100700" lIns="100700" spcFirstLastPara="1" rIns="100700" wrap="square" tIns="100700">
            <a:normAutofit lnSpcReduction="10000"/>
          </a:bodyPr>
          <a:lstStyle/>
          <a:p>
            <a:pPr indent="-355600" lvl="0" marL="457200" rtl="0" algn="ctr">
              <a:spcBef>
                <a:spcPts val="0"/>
              </a:spcBef>
              <a:spcAft>
                <a:spcPts val="0"/>
              </a:spcAft>
              <a:buSzPts val="2000"/>
              <a:buAutoNum type="arabicPeriod"/>
            </a:pPr>
            <a:r>
              <a:rPr b="1" lang="en-US"/>
              <a:t>Tokenização de Palavras: </a:t>
            </a:r>
            <a:r>
              <a:rPr lang="en-US"/>
              <a:t>Divide o texto em palavras individuais. Abordagem eficaz para idiomas com limites claros de palavras.</a:t>
            </a:r>
            <a:endParaRPr/>
          </a:p>
          <a:p>
            <a:pPr indent="0" lvl="0" marL="457200" rtl="0" algn="ctr">
              <a:spcBef>
                <a:spcPts val="0"/>
              </a:spcBef>
              <a:spcAft>
                <a:spcPts val="0"/>
              </a:spcAft>
              <a:buNone/>
            </a:pPr>
            <a:r>
              <a:t/>
            </a:r>
            <a:endParaRPr/>
          </a:p>
          <a:p>
            <a:pPr indent="-355600" lvl="0" marL="457200" rtl="0" algn="ctr">
              <a:spcBef>
                <a:spcPts val="0"/>
              </a:spcBef>
              <a:spcAft>
                <a:spcPts val="0"/>
              </a:spcAft>
              <a:buSzPts val="2000"/>
              <a:buAutoNum type="arabicPeriod"/>
            </a:pPr>
            <a:r>
              <a:rPr b="1" lang="en-US"/>
              <a:t>Tokenização de Caracteres: </a:t>
            </a:r>
            <a:r>
              <a:rPr lang="en-US"/>
              <a:t>O texto é segmentado em caracteres individuais. Abordagem útil para idiomas que não tem limites claros de palavras ou tarefas que exigem análise granular.</a:t>
            </a:r>
            <a:endParaRPr/>
          </a:p>
          <a:p>
            <a:pPr indent="0" lvl="0" marL="457200" rtl="0" algn="ctr">
              <a:spcBef>
                <a:spcPts val="0"/>
              </a:spcBef>
              <a:spcAft>
                <a:spcPts val="0"/>
              </a:spcAft>
              <a:buNone/>
            </a:pPr>
            <a:r>
              <a:t/>
            </a:r>
            <a:endParaRPr/>
          </a:p>
          <a:p>
            <a:pPr indent="-355600" lvl="0" marL="457200" rtl="0" algn="ctr">
              <a:spcBef>
                <a:spcPts val="0"/>
              </a:spcBef>
              <a:spcAft>
                <a:spcPts val="0"/>
              </a:spcAft>
              <a:buSzPts val="2000"/>
              <a:buAutoNum type="arabicPeriod"/>
            </a:pPr>
            <a:r>
              <a:rPr b="1" lang="en-US"/>
              <a:t>Tokenização de Subpalavras: </a:t>
            </a:r>
            <a:r>
              <a:rPr lang="en-US"/>
              <a:t>Esse método divide o texto em unidades que podem ser maiores que um único caractere, mas menor que uma palavra. Abordagem útil para idiomas que formam significado combinando unidades menores ou ao lidar com palavras fora do vocabulário em tarefas PLN.</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g3a39b102941_1_90"/>
          <p:cNvSpPr txBox="1"/>
          <p:nvPr>
            <p:ph type="title"/>
          </p:nvPr>
        </p:nvSpPr>
        <p:spPr>
          <a:xfrm>
            <a:off x="343303" y="490077"/>
            <a:ext cx="9384600" cy="630600"/>
          </a:xfrm>
          <a:prstGeom prst="rect">
            <a:avLst/>
          </a:prstGeom>
        </p:spPr>
        <p:txBody>
          <a:bodyPr anchorCtr="0" anchor="ctr" bIns="100700" lIns="100700" spcFirstLastPara="1" rIns="100700" wrap="square" tIns="100700">
            <a:normAutofit fontScale="90000"/>
          </a:bodyPr>
          <a:lstStyle/>
          <a:p>
            <a:pPr indent="0" lvl="0" marL="0" rtl="0" algn="ctr">
              <a:spcBef>
                <a:spcPts val="0"/>
              </a:spcBef>
              <a:spcAft>
                <a:spcPts val="0"/>
              </a:spcAft>
              <a:buNone/>
            </a:pPr>
            <a:r>
              <a:rPr lang="en-US">
                <a:solidFill>
                  <a:schemeClr val="accent4"/>
                </a:solidFill>
                <a:latin typeface="Cinzel"/>
                <a:ea typeface="Cinzel"/>
                <a:cs typeface="Cinzel"/>
                <a:sym typeface="Cinzel"/>
              </a:rPr>
              <a:t>Fundamentos Teóricos </a:t>
            </a:r>
            <a:r>
              <a:rPr lang="en-US">
                <a:solidFill>
                  <a:schemeClr val="lt2"/>
                </a:solidFill>
                <a:latin typeface="Cinzel"/>
                <a:ea typeface="Cinzel"/>
                <a:cs typeface="Cinzel"/>
                <a:sym typeface="Cinzel"/>
              </a:rPr>
              <a:t>|</a:t>
            </a:r>
            <a:r>
              <a:rPr lang="en-US">
                <a:latin typeface="Cinzel"/>
                <a:ea typeface="Cinzel"/>
                <a:cs typeface="Cinzel"/>
                <a:sym typeface="Cinzel"/>
              </a:rPr>
              <a:t> Stopwords</a:t>
            </a:r>
            <a:endParaRPr>
              <a:latin typeface="Cinzel"/>
              <a:ea typeface="Cinzel"/>
              <a:cs typeface="Cinzel"/>
              <a:sym typeface="Cinzel"/>
            </a:endParaRPr>
          </a:p>
        </p:txBody>
      </p:sp>
      <p:sp>
        <p:nvSpPr>
          <p:cNvPr id="175" name="Google Shape;175;g3a39b102941_1_90"/>
          <p:cNvSpPr txBox="1"/>
          <p:nvPr>
            <p:ph idx="1" type="body"/>
          </p:nvPr>
        </p:nvSpPr>
        <p:spPr>
          <a:xfrm>
            <a:off x="343302" y="1269150"/>
            <a:ext cx="3531300" cy="3762300"/>
          </a:xfrm>
          <a:prstGeom prst="rect">
            <a:avLst/>
          </a:prstGeom>
        </p:spPr>
        <p:txBody>
          <a:bodyPr anchorCtr="0" anchor="t" bIns="100700" lIns="100700" spcFirstLastPara="1" rIns="100700" wrap="square" tIns="100700">
            <a:normAutofit lnSpcReduction="20000"/>
          </a:bodyPr>
          <a:lstStyle/>
          <a:p>
            <a:pPr indent="0" lvl="0" marL="0" rtl="0" algn="ctr">
              <a:spcBef>
                <a:spcPts val="0"/>
              </a:spcBef>
              <a:spcAft>
                <a:spcPts val="0"/>
              </a:spcAft>
              <a:buNone/>
            </a:pPr>
            <a:r>
              <a:rPr lang="en-US">
                <a:latin typeface="Comfortaa"/>
                <a:ea typeface="Comfortaa"/>
                <a:cs typeface="Comfortaa"/>
                <a:sym typeface="Comfortaa"/>
              </a:rPr>
              <a:t>Técnica que faz a remoção de ruídos do texto que são menos evidentes que pontuações, como os conectivos “que”, “o”, “a”, “de”, entre outros. Quase todos os textos possuem conectivos e palavras comuns que não são significativas para nosso modelo.</a:t>
            </a:r>
            <a:endParaRPr>
              <a:latin typeface="Comfortaa"/>
              <a:ea typeface="Comfortaa"/>
              <a:cs typeface="Comfortaa"/>
              <a:sym typeface="Comfortaa"/>
            </a:endParaRPr>
          </a:p>
        </p:txBody>
      </p:sp>
      <p:pic>
        <p:nvPicPr>
          <p:cNvPr id="176" name="Google Shape;176;g3a39b102941_1_90"/>
          <p:cNvPicPr preferRelativeResize="0"/>
          <p:nvPr/>
        </p:nvPicPr>
        <p:blipFill>
          <a:blip r:embed="rId3">
            <a:alphaModFix/>
          </a:blip>
          <a:stretch>
            <a:fillRect/>
          </a:stretch>
        </p:blipFill>
        <p:spPr>
          <a:xfrm>
            <a:off x="3874700" y="1269150"/>
            <a:ext cx="5853201" cy="37623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g3a5539bd192_0_31"/>
          <p:cNvSpPr txBox="1"/>
          <p:nvPr>
            <p:ph type="title"/>
          </p:nvPr>
        </p:nvSpPr>
        <p:spPr>
          <a:xfrm>
            <a:off x="343303" y="490077"/>
            <a:ext cx="9384600" cy="630600"/>
          </a:xfrm>
          <a:prstGeom prst="rect">
            <a:avLst/>
          </a:prstGeom>
        </p:spPr>
        <p:txBody>
          <a:bodyPr anchorCtr="0" anchor="t" bIns="100700" lIns="100700" spcFirstLastPara="1" rIns="100700" wrap="square" tIns="100700">
            <a:normAutofit/>
          </a:bodyPr>
          <a:lstStyle/>
          <a:p>
            <a:pPr indent="0" lvl="0" marL="0" rtl="0" algn="ctr">
              <a:spcBef>
                <a:spcPts val="0"/>
              </a:spcBef>
              <a:spcAft>
                <a:spcPts val="0"/>
              </a:spcAft>
              <a:buNone/>
            </a:pPr>
            <a:r>
              <a:rPr lang="en-US" sz="2590">
                <a:solidFill>
                  <a:schemeClr val="accent4"/>
                </a:solidFill>
                <a:latin typeface="Cinzel"/>
                <a:ea typeface="Cinzel"/>
                <a:cs typeface="Cinzel"/>
                <a:sym typeface="Cinzel"/>
              </a:rPr>
              <a:t>Fundamentos Teóricos </a:t>
            </a:r>
            <a:r>
              <a:rPr lang="en-US" sz="2590">
                <a:solidFill>
                  <a:schemeClr val="lt2"/>
                </a:solidFill>
                <a:latin typeface="Cinzel"/>
                <a:ea typeface="Cinzel"/>
                <a:cs typeface="Cinzel"/>
                <a:sym typeface="Cinzel"/>
              </a:rPr>
              <a:t>|</a:t>
            </a:r>
            <a:r>
              <a:rPr lang="en-US" sz="2590">
                <a:latin typeface="Cinzel"/>
                <a:ea typeface="Cinzel"/>
                <a:cs typeface="Cinzel"/>
                <a:sym typeface="Cinzel"/>
              </a:rPr>
              <a:t> Stemming X Lemmatização</a:t>
            </a:r>
            <a:endParaRPr/>
          </a:p>
        </p:txBody>
      </p:sp>
      <p:sp>
        <p:nvSpPr>
          <p:cNvPr id="182" name="Google Shape;182;g3a5539bd192_0_31"/>
          <p:cNvSpPr txBox="1"/>
          <p:nvPr>
            <p:ph idx="1" type="body"/>
          </p:nvPr>
        </p:nvSpPr>
        <p:spPr>
          <a:xfrm>
            <a:off x="343303" y="1269145"/>
            <a:ext cx="4405500" cy="3762300"/>
          </a:xfrm>
          <a:prstGeom prst="rect">
            <a:avLst/>
          </a:prstGeom>
        </p:spPr>
        <p:txBody>
          <a:bodyPr anchorCtr="0" anchor="t" bIns="100700" lIns="100700" spcFirstLastPara="1" rIns="100700" wrap="square" tIns="100700">
            <a:normAutofit/>
          </a:bodyPr>
          <a:lstStyle/>
          <a:p>
            <a:pPr indent="0" lvl="0" marL="0" rtl="0" algn="l">
              <a:spcBef>
                <a:spcPts val="0"/>
              </a:spcBef>
              <a:spcAft>
                <a:spcPts val="0"/>
              </a:spcAft>
              <a:buNone/>
            </a:pPr>
            <a:r>
              <a:rPr lang="en-US" sz="2000">
                <a:latin typeface="Comfortaa"/>
                <a:ea typeface="Comfortaa"/>
                <a:cs typeface="Comfortaa"/>
                <a:sym typeface="Comfortaa"/>
              </a:rPr>
              <a:t>O Stemming reduz uma palavra ao seu radical (stem) — a base comum das suas variações — sem considerar a gramática ou o significado linguístico. Ele remove sufixos e prefixos de forma mecânica, geralmente por regras heurísticas simples, como: retirar “-ando”, “-endo”, “-es”, “-mente” no português.</a:t>
            </a:r>
            <a:endParaRPr sz="2000">
              <a:latin typeface="Comfortaa"/>
              <a:ea typeface="Comfortaa"/>
              <a:cs typeface="Comfortaa"/>
              <a:sym typeface="Comfortaa"/>
            </a:endParaRPr>
          </a:p>
        </p:txBody>
      </p:sp>
      <p:sp>
        <p:nvSpPr>
          <p:cNvPr id="183" name="Google Shape;183;g3a5539bd192_0_31"/>
          <p:cNvSpPr txBox="1"/>
          <p:nvPr>
            <p:ph idx="2" type="body"/>
          </p:nvPr>
        </p:nvSpPr>
        <p:spPr>
          <a:xfrm>
            <a:off x="5322352" y="1269145"/>
            <a:ext cx="4405500" cy="3762300"/>
          </a:xfrm>
          <a:prstGeom prst="rect">
            <a:avLst/>
          </a:prstGeom>
        </p:spPr>
        <p:txBody>
          <a:bodyPr anchorCtr="0" anchor="t" bIns="100700" lIns="100700" spcFirstLastPara="1" rIns="100700" wrap="square" tIns="100700">
            <a:normAutofit lnSpcReduction="20000"/>
          </a:bodyPr>
          <a:lstStyle/>
          <a:p>
            <a:pPr indent="0" lvl="0" marL="0" rtl="0" algn="l">
              <a:spcBef>
                <a:spcPts val="0"/>
              </a:spcBef>
              <a:spcAft>
                <a:spcPts val="0"/>
              </a:spcAft>
              <a:buNone/>
            </a:pPr>
            <a:r>
              <a:rPr lang="en-US" sz="2000">
                <a:latin typeface="Comfortaa"/>
                <a:ea typeface="Comfortaa"/>
                <a:cs typeface="Comfortaa"/>
                <a:sym typeface="Comfortaa"/>
              </a:rPr>
              <a:t>A Lemmatização reduz uma palavra à sua forma canônica (lema), levando em conta a gramática e o vocabulário. É o processo de encontrar o “dicionário” da palavra, usando análise morfossintática (POS tagging). Identifica a categoria gramatical (verbo, substantivo, adjetivo etc.); Consulta um vocabulário linguístico para encontrar o lema correto.</a:t>
            </a:r>
            <a:endParaRPr sz="2000">
              <a:latin typeface="Comfortaa"/>
              <a:ea typeface="Comfortaa"/>
              <a:cs typeface="Comfortaa"/>
              <a:sym typeface="Comfortaa"/>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3a5539bd192_0_25"/>
          <p:cNvSpPr txBox="1"/>
          <p:nvPr>
            <p:ph type="title"/>
          </p:nvPr>
        </p:nvSpPr>
        <p:spPr>
          <a:xfrm>
            <a:off x="343303" y="490077"/>
            <a:ext cx="9384600" cy="630600"/>
          </a:xfrm>
          <a:prstGeom prst="rect">
            <a:avLst/>
          </a:prstGeom>
        </p:spPr>
        <p:txBody>
          <a:bodyPr anchorCtr="0" anchor="ctr" bIns="100700" lIns="100700" spcFirstLastPara="1" rIns="100700" wrap="square" tIns="100700">
            <a:noAutofit/>
          </a:bodyPr>
          <a:lstStyle/>
          <a:p>
            <a:pPr indent="0" lvl="0" marL="0" rtl="0" algn="ctr">
              <a:spcBef>
                <a:spcPts val="0"/>
              </a:spcBef>
              <a:spcAft>
                <a:spcPts val="0"/>
              </a:spcAft>
              <a:buSzPts val="990"/>
              <a:buNone/>
            </a:pPr>
            <a:r>
              <a:rPr lang="en-US" sz="2590">
                <a:solidFill>
                  <a:schemeClr val="accent4"/>
                </a:solidFill>
                <a:latin typeface="Cinzel"/>
                <a:ea typeface="Cinzel"/>
                <a:cs typeface="Cinzel"/>
                <a:sym typeface="Cinzel"/>
              </a:rPr>
              <a:t>Fundamentos Teóricos </a:t>
            </a:r>
            <a:r>
              <a:rPr lang="en-US" sz="2590">
                <a:solidFill>
                  <a:schemeClr val="lt2"/>
                </a:solidFill>
                <a:latin typeface="Cinzel"/>
                <a:ea typeface="Cinzel"/>
                <a:cs typeface="Cinzel"/>
                <a:sym typeface="Cinzel"/>
              </a:rPr>
              <a:t>|</a:t>
            </a:r>
            <a:r>
              <a:rPr lang="en-US" sz="2590">
                <a:latin typeface="Cinzel"/>
                <a:ea typeface="Cinzel"/>
                <a:cs typeface="Cinzel"/>
                <a:sym typeface="Cinzel"/>
              </a:rPr>
              <a:t> Stemming X Lemmatização</a:t>
            </a:r>
            <a:endParaRPr sz="2590">
              <a:latin typeface="Cinzel"/>
              <a:ea typeface="Cinzel"/>
              <a:cs typeface="Cinzel"/>
              <a:sym typeface="Cinzel"/>
            </a:endParaRPr>
          </a:p>
        </p:txBody>
      </p:sp>
      <p:pic>
        <p:nvPicPr>
          <p:cNvPr id="189" name="Google Shape;189;g3a5539bd192_0_25"/>
          <p:cNvPicPr preferRelativeResize="0"/>
          <p:nvPr/>
        </p:nvPicPr>
        <p:blipFill>
          <a:blip r:embed="rId3">
            <a:alphaModFix/>
          </a:blip>
          <a:stretch>
            <a:fillRect/>
          </a:stretch>
        </p:blipFill>
        <p:spPr>
          <a:xfrm>
            <a:off x="343300" y="1120675"/>
            <a:ext cx="9384600" cy="424895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g3a39b102941_1_105"/>
          <p:cNvSpPr txBox="1"/>
          <p:nvPr>
            <p:ph type="title"/>
          </p:nvPr>
        </p:nvSpPr>
        <p:spPr>
          <a:xfrm>
            <a:off x="343303" y="490077"/>
            <a:ext cx="9384600" cy="630600"/>
          </a:xfrm>
          <a:prstGeom prst="rect">
            <a:avLst/>
          </a:prstGeom>
        </p:spPr>
        <p:txBody>
          <a:bodyPr anchorCtr="0" anchor="ctr" bIns="100700" lIns="100700" spcFirstLastPara="1" rIns="100700" wrap="square" tIns="100700">
            <a:normAutofit/>
          </a:bodyPr>
          <a:lstStyle/>
          <a:p>
            <a:pPr indent="0" lvl="0" marL="0" rtl="0" algn="ctr">
              <a:spcBef>
                <a:spcPts val="0"/>
              </a:spcBef>
              <a:spcAft>
                <a:spcPts val="0"/>
              </a:spcAft>
              <a:buSzPts val="990"/>
              <a:buNone/>
            </a:pPr>
            <a:r>
              <a:rPr lang="en-US" sz="2690">
                <a:solidFill>
                  <a:schemeClr val="accent4"/>
                </a:solidFill>
                <a:latin typeface="Cinzel"/>
                <a:ea typeface="Cinzel"/>
                <a:cs typeface="Cinzel"/>
                <a:sym typeface="Cinzel"/>
              </a:rPr>
              <a:t>Fundamentos Teóricos </a:t>
            </a:r>
            <a:r>
              <a:rPr lang="en-US" sz="2690">
                <a:solidFill>
                  <a:schemeClr val="lt2"/>
                </a:solidFill>
                <a:latin typeface="Cinzel"/>
                <a:ea typeface="Cinzel"/>
                <a:cs typeface="Cinzel"/>
                <a:sym typeface="Cinzel"/>
              </a:rPr>
              <a:t>|</a:t>
            </a:r>
            <a:r>
              <a:rPr lang="en-US" sz="2690">
                <a:latin typeface="Cinzel"/>
                <a:ea typeface="Cinzel"/>
                <a:cs typeface="Cinzel"/>
                <a:sym typeface="Cinzel"/>
              </a:rPr>
              <a:t> Representação Vetorial</a:t>
            </a:r>
            <a:endParaRPr sz="2690">
              <a:latin typeface="Cinzel"/>
              <a:ea typeface="Cinzel"/>
              <a:cs typeface="Cinzel"/>
              <a:sym typeface="Cinzel"/>
            </a:endParaRPr>
          </a:p>
        </p:txBody>
      </p:sp>
      <p:sp>
        <p:nvSpPr>
          <p:cNvPr id="195" name="Google Shape;195;g3a39b102941_1_105"/>
          <p:cNvSpPr txBox="1"/>
          <p:nvPr>
            <p:ph idx="1" type="body"/>
          </p:nvPr>
        </p:nvSpPr>
        <p:spPr>
          <a:xfrm>
            <a:off x="343303" y="1269145"/>
            <a:ext cx="9384600" cy="3762300"/>
          </a:xfrm>
          <a:prstGeom prst="rect">
            <a:avLst/>
          </a:prstGeom>
        </p:spPr>
        <p:txBody>
          <a:bodyPr anchorCtr="0" anchor="t" bIns="100700" lIns="100700" spcFirstLastPara="1" rIns="100700" wrap="square" tIns="100700">
            <a:normAutofit/>
          </a:bodyPr>
          <a:lstStyle/>
          <a:p>
            <a:pPr indent="0" lvl="0" marL="0" rtl="0" algn="ctr">
              <a:spcBef>
                <a:spcPts val="0"/>
              </a:spcBef>
              <a:spcAft>
                <a:spcPts val="0"/>
              </a:spcAft>
              <a:buNone/>
            </a:pPr>
            <a:r>
              <a:rPr lang="en-US">
                <a:latin typeface="Comfortaa"/>
                <a:ea typeface="Comfortaa"/>
                <a:cs typeface="Comfortaa"/>
                <a:sym typeface="Comfortaa"/>
              </a:rPr>
              <a:t>Vetorização é um termo técnico para uma abordagem clássica de conversão de dados de entrada de seu formato bruto (ou seja, texto) em vetores de números reais, que é o formato suportado por modelos de aprendizado de máquina. Essa abordagem existe desde a invenção dos computadores, tem funcionado maravilhosamente bem em diversas áreas e agora é usada em PNL (Processamento de Linguagem Natural). Em aprendizado de máquina, a vetorização é uma etapa na extração de características. A ideia é obter características distintas do texto para que o modelo possa treiná-lo, convertendo o texto em vetores numéricos.</a:t>
            </a:r>
            <a:endParaRPr>
              <a:latin typeface="Comfortaa"/>
              <a:ea typeface="Comfortaa"/>
              <a:cs typeface="Comfortaa"/>
              <a:sym typeface="Comfortaa"/>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g3a5539bd192_0_44"/>
          <p:cNvSpPr txBox="1"/>
          <p:nvPr>
            <p:ph type="title"/>
          </p:nvPr>
        </p:nvSpPr>
        <p:spPr>
          <a:xfrm>
            <a:off x="343303" y="490077"/>
            <a:ext cx="9384600" cy="630600"/>
          </a:xfrm>
          <a:prstGeom prst="rect">
            <a:avLst/>
          </a:prstGeom>
        </p:spPr>
        <p:txBody>
          <a:bodyPr anchorCtr="0" anchor="ctr" bIns="100700" lIns="100700" spcFirstLastPara="1" rIns="100700" wrap="square" tIns="100700">
            <a:normAutofit/>
          </a:bodyPr>
          <a:lstStyle/>
          <a:p>
            <a:pPr indent="0" lvl="0" marL="0" rtl="0" algn="ctr">
              <a:spcBef>
                <a:spcPts val="0"/>
              </a:spcBef>
              <a:spcAft>
                <a:spcPts val="0"/>
              </a:spcAft>
              <a:buSzPts val="990"/>
              <a:buNone/>
            </a:pPr>
            <a:r>
              <a:rPr lang="en-US" sz="2690">
                <a:solidFill>
                  <a:schemeClr val="accent4"/>
                </a:solidFill>
                <a:latin typeface="Cinzel"/>
                <a:ea typeface="Cinzel"/>
                <a:cs typeface="Cinzel"/>
                <a:sym typeface="Cinzel"/>
              </a:rPr>
              <a:t>Fundamentos Teóricos </a:t>
            </a:r>
            <a:r>
              <a:rPr lang="en-US" sz="2690">
                <a:solidFill>
                  <a:schemeClr val="lt2"/>
                </a:solidFill>
                <a:latin typeface="Cinzel"/>
                <a:ea typeface="Cinzel"/>
                <a:cs typeface="Cinzel"/>
                <a:sym typeface="Cinzel"/>
              </a:rPr>
              <a:t>|</a:t>
            </a:r>
            <a:r>
              <a:rPr lang="en-US" sz="2690">
                <a:latin typeface="Cinzel"/>
                <a:ea typeface="Cinzel"/>
                <a:cs typeface="Cinzel"/>
                <a:sym typeface="Cinzel"/>
              </a:rPr>
              <a:t> Bag of Words</a:t>
            </a:r>
            <a:endParaRPr sz="2690">
              <a:latin typeface="Cinzel"/>
              <a:ea typeface="Cinzel"/>
              <a:cs typeface="Cinzel"/>
              <a:sym typeface="Cinzel"/>
            </a:endParaRPr>
          </a:p>
        </p:txBody>
      </p:sp>
      <p:sp>
        <p:nvSpPr>
          <p:cNvPr id="201" name="Google Shape;201;g3a5539bd192_0_44"/>
          <p:cNvSpPr txBox="1"/>
          <p:nvPr>
            <p:ph idx="1" type="body"/>
          </p:nvPr>
        </p:nvSpPr>
        <p:spPr>
          <a:xfrm>
            <a:off x="343302" y="1269150"/>
            <a:ext cx="3303300" cy="3762300"/>
          </a:xfrm>
          <a:prstGeom prst="rect">
            <a:avLst/>
          </a:prstGeom>
        </p:spPr>
        <p:txBody>
          <a:bodyPr anchorCtr="0" anchor="t" bIns="100700" lIns="100700" spcFirstLastPara="1" rIns="100700" wrap="square" tIns="100700">
            <a:normAutofit/>
          </a:bodyPr>
          <a:lstStyle/>
          <a:p>
            <a:pPr indent="0" lvl="0" marL="0" rtl="0" algn="ctr">
              <a:spcBef>
                <a:spcPts val="0"/>
              </a:spcBef>
              <a:spcAft>
                <a:spcPts val="0"/>
              </a:spcAft>
              <a:buNone/>
            </a:pPr>
            <a:r>
              <a:rPr lang="en-US">
                <a:latin typeface="Comfortaa"/>
                <a:ea typeface="Comfortaa"/>
                <a:cs typeface="Comfortaa"/>
                <a:sym typeface="Comfortaa"/>
              </a:rPr>
              <a:t>Ténica mais simples existente, envolve três operações:</a:t>
            </a:r>
            <a:endParaRPr>
              <a:latin typeface="Comfortaa"/>
              <a:ea typeface="Comfortaa"/>
              <a:cs typeface="Comfortaa"/>
              <a:sym typeface="Comfortaa"/>
            </a:endParaRPr>
          </a:p>
          <a:p>
            <a:pPr indent="-355600" lvl="0" marL="457200" rtl="0" algn="ctr">
              <a:spcBef>
                <a:spcPts val="0"/>
              </a:spcBef>
              <a:spcAft>
                <a:spcPts val="0"/>
              </a:spcAft>
              <a:buSzPts val="2000"/>
              <a:buFont typeface="Comfortaa"/>
              <a:buAutoNum type="arabicPeriod"/>
            </a:pPr>
            <a:r>
              <a:rPr lang="en-US">
                <a:latin typeface="Comfortaa"/>
                <a:ea typeface="Comfortaa"/>
                <a:cs typeface="Comfortaa"/>
                <a:sym typeface="Comfortaa"/>
              </a:rPr>
              <a:t>Tokenização</a:t>
            </a:r>
            <a:endParaRPr>
              <a:latin typeface="Comfortaa"/>
              <a:ea typeface="Comfortaa"/>
              <a:cs typeface="Comfortaa"/>
              <a:sym typeface="Comfortaa"/>
            </a:endParaRPr>
          </a:p>
          <a:p>
            <a:pPr indent="0" lvl="0" marL="457200" rtl="0" algn="ctr">
              <a:spcBef>
                <a:spcPts val="0"/>
              </a:spcBef>
              <a:spcAft>
                <a:spcPts val="0"/>
              </a:spcAft>
              <a:buNone/>
            </a:pPr>
            <a:r>
              <a:t/>
            </a:r>
            <a:endParaRPr>
              <a:latin typeface="Comfortaa"/>
              <a:ea typeface="Comfortaa"/>
              <a:cs typeface="Comfortaa"/>
              <a:sym typeface="Comfortaa"/>
            </a:endParaRPr>
          </a:p>
          <a:p>
            <a:pPr indent="-355600" lvl="0" marL="457200" rtl="0" algn="ctr">
              <a:spcBef>
                <a:spcPts val="0"/>
              </a:spcBef>
              <a:spcAft>
                <a:spcPts val="0"/>
              </a:spcAft>
              <a:buSzPts val="2000"/>
              <a:buFont typeface="Comfortaa"/>
              <a:buAutoNum type="arabicPeriod"/>
            </a:pPr>
            <a:r>
              <a:rPr lang="en-US">
                <a:latin typeface="Comfortaa"/>
                <a:ea typeface="Comfortaa"/>
                <a:cs typeface="Comfortaa"/>
                <a:sym typeface="Comfortaa"/>
              </a:rPr>
              <a:t>Criação de vocabulário</a:t>
            </a:r>
            <a:endParaRPr>
              <a:latin typeface="Comfortaa"/>
              <a:ea typeface="Comfortaa"/>
              <a:cs typeface="Comfortaa"/>
              <a:sym typeface="Comfortaa"/>
            </a:endParaRPr>
          </a:p>
          <a:p>
            <a:pPr indent="0" lvl="0" marL="457200" rtl="0" algn="ctr">
              <a:spcBef>
                <a:spcPts val="0"/>
              </a:spcBef>
              <a:spcAft>
                <a:spcPts val="0"/>
              </a:spcAft>
              <a:buNone/>
            </a:pPr>
            <a:r>
              <a:t/>
            </a:r>
            <a:endParaRPr>
              <a:latin typeface="Comfortaa"/>
              <a:ea typeface="Comfortaa"/>
              <a:cs typeface="Comfortaa"/>
              <a:sym typeface="Comfortaa"/>
            </a:endParaRPr>
          </a:p>
          <a:p>
            <a:pPr indent="-355600" lvl="0" marL="457200" rtl="0" algn="ctr">
              <a:spcBef>
                <a:spcPts val="0"/>
              </a:spcBef>
              <a:spcAft>
                <a:spcPts val="0"/>
              </a:spcAft>
              <a:buSzPts val="2000"/>
              <a:buFont typeface="Comfortaa"/>
              <a:buAutoNum type="arabicPeriod"/>
            </a:pPr>
            <a:r>
              <a:rPr lang="en-US">
                <a:latin typeface="Comfortaa"/>
                <a:ea typeface="Comfortaa"/>
                <a:cs typeface="Comfortaa"/>
                <a:sym typeface="Comfortaa"/>
              </a:rPr>
              <a:t>Criação vetorial</a:t>
            </a:r>
            <a:endParaRPr>
              <a:latin typeface="Comfortaa"/>
              <a:ea typeface="Comfortaa"/>
              <a:cs typeface="Comfortaa"/>
              <a:sym typeface="Comfortaa"/>
            </a:endParaRPr>
          </a:p>
        </p:txBody>
      </p:sp>
      <p:pic>
        <p:nvPicPr>
          <p:cNvPr id="202" name="Google Shape;202;g3a5539bd192_0_44"/>
          <p:cNvPicPr preferRelativeResize="0"/>
          <p:nvPr/>
        </p:nvPicPr>
        <p:blipFill>
          <a:blip r:embed="rId3">
            <a:alphaModFix/>
          </a:blip>
          <a:stretch>
            <a:fillRect/>
          </a:stretch>
        </p:blipFill>
        <p:spPr>
          <a:xfrm>
            <a:off x="3646700" y="1269151"/>
            <a:ext cx="6081200" cy="37623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g3a39b102941_1_110"/>
          <p:cNvSpPr txBox="1"/>
          <p:nvPr>
            <p:ph type="title"/>
          </p:nvPr>
        </p:nvSpPr>
        <p:spPr>
          <a:xfrm>
            <a:off x="343303" y="490077"/>
            <a:ext cx="9384600" cy="630600"/>
          </a:xfrm>
          <a:prstGeom prst="rect">
            <a:avLst/>
          </a:prstGeom>
        </p:spPr>
        <p:txBody>
          <a:bodyPr anchorCtr="0" anchor="ctr" bIns="100700" lIns="100700" spcFirstLastPara="1" rIns="100700" wrap="square" tIns="100700">
            <a:normAutofit/>
          </a:bodyPr>
          <a:lstStyle/>
          <a:p>
            <a:pPr indent="0" lvl="0" marL="0" rtl="0" algn="ctr">
              <a:spcBef>
                <a:spcPts val="0"/>
              </a:spcBef>
              <a:spcAft>
                <a:spcPts val="0"/>
              </a:spcAft>
              <a:buSzPts val="990"/>
              <a:buNone/>
            </a:pPr>
            <a:r>
              <a:rPr lang="en-US" sz="2690">
                <a:solidFill>
                  <a:schemeClr val="accent4"/>
                </a:solidFill>
                <a:latin typeface="Cinzel"/>
                <a:ea typeface="Cinzel"/>
                <a:cs typeface="Cinzel"/>
                <a:sym typeface="Cinzel"/>
              </a:rPr>
              <a:t>Fundamentos Teóricos </a:t>
            </a:r>
            <a:r>
              <a:rPr lang="en-US" sz="2690">
                <a:solidFill>
                  <a:schemeClr val="lt2"/>
                </a:solidFill>
                <a:latin typeface="Cinzel"/>
                <a:ea typeface="Cinzel"/>
                <a:cs typeface="Cinzel"/>
                <a:sym typeface="Cinzel"/>
              </a:rPr>
              <a:t>|</a:t>
            </a:r>
            <a:r>
              <a:rPr lang="en-US" sz="2690">
                <a:latin typeface="Cinzel"/>
                <a:ea typeface="Cinzel"/>
                <a:cs typeface="Cinzel"/>
                <a:sym typeface="Cinzel"/>
              </a:rPr>
              <a:t> TF-IDF</a:t>
            </a:r>
            <a:endParaRPr sz="2690">
              <a:latin typeface="Cinzel"/>
              <a:ea typeface="Cinzel"/>
              <a:cs typeface="Cinzel"/>
              <a:sym typeface="Cinzel"/>
            </a:endParaRPr>
          </a:p>
        </p:txBody>
      </p:sp>
      <p:sp>
        <p:nvSpPr>
          <p:cNvPr id="208" name="Google Shape;208;g3a39b102941_1_110"/>
          <p:cNvSpPr txBox="1"/>
          <p:nvPr>
            <p:ph idx="1" type="body"/>
          </p:nvPr>
        </p:nvSpPr>
        <p:spPr>
          <a:xfrm>
            <a:off x="343300" y="1269150"/>
            <a:ext cx="3657000" cy="3762300"/>
          </a:xfrm>
          <a:prstGeom prst="rect">
            <a:avLst/>
          </a:prstGeom>
        </p:spPr>
        <p:txBody>
          <a:bodyPr anchorCtr="0" anchor="t" bIns="100700" lIns="100700" spcFirstLastPara="1" rIns="100700" wrap="square" tIns="100700">
            <a:normAutofit fontScale="92500" lnSpcReduction="10000"/>
          </a:bodyPr>
          <a:lstStyle/>
          <a:p>
            <a:pPr indent="0" lvl="0" marL="0" rtl="0" algn="ctr">
              <a:spcBef>
                <a:spcPts val="0"/>
              </a:spcBef>
              <a:spcAft>
                <a:spcPts val="0"/>
              </a:spcAft>
              <a:buNone/>
            </a:pPr>
            <a:r>
              <a:rPr lang="en-US">
                <a:latin typeface="Comfortaa"/>
                <a:ea typeface="Comfortaa"/>
                <a:cs typeface="Comfortaa"/>
                <a:sym typeface="Comfortaa"/>
              </a:rPr>
              <a:t>TF-IDF, ou ou Frequência do Termo – Frequência Inversa do Documento, é uma estatística numérica que visa refletir a importância de uma palavra em um documento. Embora seja outro método baseado em frequência, não é tão simplista quanto o Bag of Words.</a:t>
            </a:r>
            <a:endParaRPr>
              <a:latin typeface="Comfortaa"/>
              <a:ea typeface="Comfortaa"/>
              <a:cs typeface="Comfortaa"/>
              <a:sym typeface="Comfortaa"/>
            </a:endParaRPr>
          </a:p>
          <a:p>
            <a:pPr indent="0" lvl="0" marL="0" rtl="0" algn="ctr">
              <a:spcBef>
                <a:spcPts val="0"/>
              </a:spcBef>
              <a:spcAft>
                <a:spcPts val="0"/>
              </a:spcAft>
              <a:buNone/>
            </a:pPr>
            <a:r>
              <a:rPr lang="en-US" sz="2139">
                <a:solidFill>
                  <a:srgbClr val="EB5757"/>
                </a:solidFill>
                <a:latin typeface="Comfortaa"/>
                <a:ea typeface="Comfortaa"/>
                <a:cs typeface="Comfortaa"/>
                <a:sym typeface="Comfortaa"/>
              </a:rPr>
              <a:t>TF-IDF = TF * IDF</a:t>
            </a:r>
            <a:endParaRPr sz="3189">
              <a:latin typeface="Comfortaa"/>
              <a:ea typeface="Comfortaa"/>
              <a:cs typeface="Comfortaa"/>
              <a:sym typeface="Comfortaa"/>
            </a:endParaRPr>
          </a:p>
        </p:txBody>
      </p:sp>
      <p:pic>
        <p:nvPicPr>
          <p:cNvPr id="209" name="Google Shape;209;g3a39b102941_1_110"/>
          <p:cNvPicPr preferRelativeResize="0"/>
          <p:nvPr/>
        </p:nvPicPr>
        <p:blipFill>
          <a:blip r:embed="rId3">
            <a:alphaModFix/>
          </a:blip>
          <a:stretch>
            <a:fillRect/>
          </a:stretch>
        </p:blipFill>
        <p:spPr>
          <a:xfrm>
            <a:off x="4000200" y="1269150"/>
            <a:ext cx="5727699" cy="37623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g3a5539bd192_0_53"/>
          <p:cNvSpPr txBox="1"/>
          <p:nvPr>
            <p:ph type="title"/>
          </p:nvPr>
        </p:nvSpPr>
        <p:spPr>
          <a:xfrm>
            <a:off x="343303" y="490077"/>
            <a:ext cx="9384600" cy="630600"/>
          </a:xfrm>
          <a:prstGeom prst="rect">
            <a:avLst/>
          </a:prstGeom>
        </p:spPr>
        <p:txBody>
          <a:bodyPr anchorCtr="0" anchor="t" bIns="100700" lIns="100700" spcFirstLastPara="1" rIns="100700" wrap="square" tIns="100700">
            <a:normAutofit/>
          </a:bodyPr>
          <a:lstStyle/>
          <a:p>
            <a:pPr indent="0" lvl="0" marL="0" rtl="0" algn="ctr">
              <a:spcBef>
                <a:spcPts val="0"/>
              </a:spcBef>
              <a:spcAft>
                <a:spcPts val="0"/>
              </a:spcAft>
              <a:buNone/>
            </a:pPr>
            <a:r>
              <a:rPr lang="en-US" sz="2590">
                <a:solidFill>
                  <a:schemeClr val="accent4"/>
                </a:solidFill>
                <a:latin typeface="Cinzel"/>
                <a:ea typeface="Cinzel"/>
                <a:cs typeface="Cinzel"/>
                <a:sym typeface="Cinzel"/>
              </a:rPr>
              <a:t>Fundamentos Teóricos </a:t>
            </a:r>
            <a:r>
              <a:rPr lang="en-US" sz="2590">
                <a:solidFill>
                  <a:schemeClr val="lt2"/>
                </a:solidFill>
                <a:latin typeface="Cinzel"/>
                <a:ea typeface="Cinzel"/>
                <a:cs typeface="Cinzel"/>
                <a:sym typeface="Cinzel"/>
              </a:rPr>
              <a:t>|</a:t>
            </a:r>
            <a:r>
              <a:rPr lang="en-US" sz="2590">
                <a:latin typeface="Cinzel"/>
                <a:ea typeface="Cinzel"/>
                <a:cs typeface="Cinzel"/>
                <a:sym typeface="Cinzel"/>
              </a:rPr>
              <a:t> TF X IDF</a:t>
            </a:r>
            <a:endParaRPr/>
          </a:p>
        </p:txBody>
      </p:sp>
      <p:sp>
        <p:nvSpPr>
          <p:cNvPr id="215" name="Google Shape;215;g3a5539bd192_0_53"/>
          <p:cNvSpPr txBox="1"/>
          <p:nvPr>
            <p:ph idx="1" type="body"/>
          </p:nvPr>
        </p:nvSpPr>
        <p:spPr>
          <a:xfrm>
            <a:off x="343303" y="1269145"/>
            <a:ext cx="4405500" cy="3762300"/>
          </a:xfrm>
          <a:prstGeom prst="rect">
            <a:avLst/>
          </a:prstGeom>
        </p:spPr>
        <p:txBody>
          <a:bodyPr anchorCtr="0" anchor="t" bIns="100700" lIns="100700" spcFirstLastPara="1" rIns="100700" wrap="square" tIns="100700">
            <a:normAutofit/>
          </a:bodyPr>
          <a:lstStyle/>
          <a:p>
            <a:pPr indent="0" lvl="0" marL="0" rtl="0" algn="ctr">
              <a:spcBef>
                <a:spcPts val="0"/>
              </a:spcBef>
              <a:spcAft>
                <a:spcPts val="0"/>
              </a:spcAft>
              <a:buNone/>
            </a:pPr>
            <a:r>
              <a:rPr lang="en-US" sz="2000">
                <a:latin typeface="Comfortaa"/>
                <a:ea typeface="Comfortaa"/>
                <a:cs typeface="Comfortaa"/>
                <a:sym typeface="Comfortaa"/>
              </a:rPr>
              <a:t>TF, pode ser entendido como uma pontuação de frequência normalizada. É calculado através da seguinte fórmula:</a:t>
            </a:r>
            <a:endParaRPr sz="2000">
              <a:latin typeface="Comfortaa"/>
              <a:ea typeface="Comfortaa"/>
              <a:cs typeface="Comfortaa"/>
              <a:sym typeface="Comfortaa"/>
            </a:endParaRPr>
          </a:p>
          <a:p>
            <a:pPr indent="0" lvl="0" marL="0" rtl="0" algn="ctr">
              <a:spcBef>
                <a:spcPts val="0"/>
              </a:spcBef>
              <a:spcAft>
                <a:spcPts val="0"/>
              </a:spcAft>
              <a:buNone/>
            </a:pPr>
            <a:r>
              <a:t/>
            </a:r>
            <a:endParaRPr sz="2000">
              <a:latin typeface="Comfortaa"/>
              <a:ea typeface="Comfortaa"/>
              <a:cs typeface="Comfortaa"/>
              <a:sym typeface="Comfortaa"/>
            </a:endParaRPr>
          </a:p>
          <a:p>
            <a:pPr indent="0" lvl="0" marL="0" rtl="0" algn="ctr">
              <a:spcBef>
                <a:spcPts val="0"/>
              </a:spcBef>
              <a:spcAft>
                <a:spcPts val="0"/>
              </a:spcAft>
              <a:buNone/>
            </a:pPr>
            <a:r>
              <a:rPr lang="en-US" sz="2000">
                <a:solidFill>
                  <a:srgbClr val="EB5757"/>
                </a:solidFill>
                <a:latin typeface="Comfortaa"/>
                <a:ea typeface="Comfortaa"/>
                <a:cs typeface="Comfortaa"/>
                <a:sym typeface="Comfortaa"/>
              </a:rPr>
              <a:t>TF = Frequência de uma palavra no documento / Número total de palavras no documento</a:t>
            </a:r>
            <a:endParaRPr sz="2000">
              <a:latin typeface="Comfortaa"/>
              <a:ea typeface="Comfortaa"/>
              <a:cs typeface="Comfortaa"/>
              <a:sym typeface="Comfortaa"/>
            </a:endParaRPr>
          </a:p>
        </p:txBody>
      </p:sp>
      <p:sp>
        <p:nvSpPr>
          <p:cNvPr id="216" name="Google Shape;216;g3a5539bd192_0_53"/>
          <p:cNvSpPr txBox="1"/>
          <p:nvPr>
            <p:ph idx="2" type="body"/>
          </p:nvPr>
        </p:nvSpPr>
        <p:spPr>
          <a:xfrm>
            <a:off x="5322352" y="1269145"/>
            <a:ext cx="4405500" cy="3762300"/>
          </a:xfrm>
          <a:prstGeom prst="rect">
            <a:avLst/>
          </a:prstGeom>
        </p:spPr>
        <p:txBody>
          <a:bodyPr anchorCtr="0" anchor="t" bIns="100700" lIns="100700" spcFirstLastPara="1" rIns="100700" wrap="square" tIns="100700">
            <a:normAutofit lnSpcReduction="20000"/>
          </a:bodyPr>
          <a:lstStyle/>
          <a:p>
            <a:pPr indent="0" lvl="0" marL="0" rtl="0" algn="ctr">
              <a:spcBef>
                <a:spcPts val="0"/>
              </a:spcBef>
              <a:spcAft>
                <a:spcPts val="0"/>
              </a:spcAft>
              <a:buNone/>
            </a:pPr>
            <a:r>
              <a:rPr lang="en-US" sz="2000">
                <a:latin typeface="Comfortaa"/>
                <a:ea typeface="Comfortaa"/>
                <a:cs typeface="Comfortaa"/>
                <a:sym typeface="Comfortaa"/>
              </a:rPr>
              <a:t>IDF significa Frequência Inversa de Documentos, mas antes de falarmos sobre IDF, precisamos entender o que é DF – Frequência de Documentos. IDF, é o inverso da Frequência do Documento, e a pontuação final do IDF.</a:t>
            </a:r>
            <a:endParaRPr sz="2000">
              <a:latin typeface="Comfortaa"/>
              <a:ea typeface="Comfortaa"/>
              <a:cs typeface="Comfortaa"/>
              <a:sym typeface="Comfortaa"/>
            </a:endParaRPr>
          </a:p>
          <a:p>
            <a:pPr indent="0" lvl="0" marL="0" rtl="0" algn="ctr">
              <a:spcBef>
                <a:spcPts val="0"/>
              </a:spcBef>
              <a:spcAft>
                <a:spcPts val="0"/>
              </a:spcAft>
              <a:buNone/>
            </a:pPr>
            <a:r>
              <a:t/>
            </a:r>
            <a:endParaRPr sz="2000">
              <a:latin typeface="Comfortaa"/>
              <a:ea typeface="Comfortaa"/>
              <a:cs typeface="Comfortaa"/>
              <a:sym typeface="Comfortaa"/>
            </a:endParaRPr>
          </a:p>
          <a:p>
            <a:pPr indent="0" lvl="0" marL="0" rtl="0" algn="ctr">
              <a:spcBef>
                <a:spcPts val="0"/>
              </a:spcBef>
              <a:spcAft>
                <a:spcPts val="0"/>
              </a:spcAft>
              <a:buNone/>
            </a:pPr>
            <a:r>
              <a:rPr lang="en-US" sz="1950">
                <a:solidFill>
                  <a:srgbClr val="EB5757"/>
                </a:solidFill>
                <a:latin typeface="Comfortaa"/>
                <a:ea typeface="Comfortaa"/>
                <a:cs typeface="Comfortaa"/>
                <a:sym typeface="Comfortaa"/>
              </a:rPr>
              <a:t>IDF = log(Número total de documentos / Documentos contendo a palavra</a:t>
            </a:r>
            <a:endParaRPr sz="3000">
              <a:latin typeface="Comfortaa"/>
              <a:ea typeface="Comfortaa"/>
              <a:cs typeface="Comfortaa"/>
              <a:sym typeface="Comfortaa"/>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g3a39b102941_1_115"/>
          <p:cNvSpPr txBox="1"/>
          <p:nvPr>
            <p:ph type="title"/>
          </p:nvPr>
        </p:nvSpPr>
        <p:spPr>
          <a:xfrm>
            <a:off x="343303" y="2368590"/>
            <a:ext cx="9384600" cy="927000"/>
          </a:xfrm>
          <a:prstGeom prst="rect">
            <a:avLst/>
          </a:prstGeom>
        </p:spPr>
        <p:txBody>
          <a:bodyPr anchorCtr="0" anchor="ctr" bIns="100700" lIns="100700" spcFirstLastPara="1" rIns="100700" wrap="square" tIns="100700">
            <a:normAutofit fontScale="90000"/>
          </a:bodyPr>
          <a:lstStyle/>
          <a:p>
            <a:pPr indent="0" lvl="0" marL="0" rtl="0" algn="ctr">
              <a:spcBef>
                <a:spcPts val="0"/>
              </a:spcBef>
              <a:spcAft>
                <a:spcPts val="0"/>
              </a:spcAft>
              <a:buNone/>
            </a:pPr>
            <a:r>
              <a:rPr lang="en-US">
                <a:latin typeface="Comfortaa Medium"/>
                <a:ea typeface="Comfortaa Medium"/>
                <a:cs typeface="Comfortaa Medium"/>
                <a:sym typeface="Comfortaa Medium"/>
              </a:rPr>
              <a:t>Primeiros passos com PLN tradicional/simples</a:t>
            </a:r>
            <a:endParaRPr>
              <a:latin typeface="Comfortaa Medium"/>
              <a:ea typeface="Comfortaa Medium"/>
              <a:cs typeface="Comfortaa Medium"/>
              <a:sym typeface="Comfortaa Medium"/>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g3a39b102941_1_120"/>
          <p:cNvSpPr/>
          <p:nvPr/>
        </p:nvSpPr>
        <p:spPr>
          <a:xfrm>
            <a:off x="1035650" y="629350"/>
            <a:ext cx="653400" cy="5976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chemeClr val="dk2"/>
                </a:solidFill>
              </a:rPr>
              <a:t>1</a:t>
            </a:r>
            <a:endParaRPr>
              <a:solidFill>
                <a:schemeClr val="dk2"/>
              </a:solidFill>
            </a:endParaRPr>
          </a:p>
        </p:txBody>
      </p:sp>
      <p:sp>
        <p:nvSpPr>
          <p:cNvPr id="227" name="Google Shape;227;g3a39b102941_1_120"/>
          <p:cNvSpPr/>
          <p:nvPr/>
        </p:nvSpPr>
        <p:spPr>
          <a:xfrm>
            <a:off x="1035650" y="2390975"/>
            <a:ext cx="653400" cy="5976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chemeClr val="dk2"/>
                </a:solidFill>
              </a:rPr>
              <a:t>2</a:t>
            </a:r>
            <a:endParaRPr>
              <a:solidFill>
                <a:schemeClr val="dk2"/>
              </a:solidFill>
            </a:endParaRPr>
          </a:p>
        </p:txBody>
      </p:sp>
      <p:sp>
        <p:nvSpPr>
          <p:cNvPr id="228" name="Google Shape;228;g3a39b102941_1_120"/>
          <p:cNvSpPr/>
          <p:nvPr/>
        </p:nvSpPr>
        <p:spPr>
          <a:xfrm>
            <a:off x="5157450" y="2390975"/>
            <a:ext cx="653400" cy="5976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chemeClr val="dk2"/>
                </a:solidFill>
              </a:rPr>
              <a:t>5</a:t>
            </a:r>
            <a:endParaRPr>
              <a:solidFill>
                <a:schemeClr val="dk2"/>
              </a:solidFill>
            </a:endParaRPr>
          </a:p>
        </p:txBody>
      </p:sp>
      <p:sp>
        <p:nvSpPr>
          <p:cNvPr id="229" name="Google Shape;229;g3a39b102941_1_120"/>
          <p:cNvSpPr/>
          <p:nvPr/>
        </p:nvSpPr>
        <p:spPr>
          <a:xfrm>
            <a:off x="5157450" y="629350"/>
            <a:ext cx="653400" cy="5976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chemeClr val="dk2"/>
                </a:solidFill>
              </a:rPr>
              <a:t>4</a:t>
            </a:r>
            <a:endParaRPr>
              <a:solidFill>
                <a:schemeClr val="dk2"/>
              </a:solidFill>
            </a:endParaRPr>
          </a:p>
        </p:txBody>
      </p:sp>
      <p:sp>
        <p:nvSpPr>
          <p:cNvPr id="230" name="Google Shape;230;g3a39b102941_1_120"/>
          <p:cNvSpPr/>
          <p:nvPr/>
        </p:nvSpPr>
        <p:spPr>
          <a:xfrm>
            <a:off x="1035650" y="4152600"/>
            <a:ext cx="653400" cy="5976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chemeClr val="dk2"/>
                </a:solidFill>
              </a:rPr>
              <a:t>3</a:t>
            </a:r>
            <a:endParaRPr>
              <a:solidFill>
                <a:schemeClr val="dk2"/>
              </a:solidFill>
            </a:endParaRPr>
          </a:p>
        </p:txBody>
      </p:sp>
      <p:sp>
        <p:nvSpPr>
          <p:cNvPr id="231" name="Google Shape;231;g3a39b102941_1_120"/>
          <p:cNvSpPr/>
          <p:nvPr/>
        </p:nvSpPr>
        <p:spPr>
          <a:xfrm>
            <a:off x="5157450" y="4152600"/>
            <a:ext cx="653400" cy="5976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chemeClr val="dk2"/>
                </a:solidFill>
              </a:rPr>
              <a:t>6</a:t>
            </a:r>
            <a:endParaRPr>
              <a:solidFill>
                <a:schemeClr val="dk2"/>
              </a:solidFill>
            </a:endParaRPr>
          </a:p>
        </p:txBody>
      </p:sp>
      <p:sp>
        <p:nvSpPr>
          <p:cNvPr id="232" name="Google Shape;232;g3a39b102941_1_120"/>
          <p:cNvSpPr txBox="1"/>
          <p:nvPr/>
        </p:nvSpPr>
        <p:spPr>
          <a:xfrm>
            <a:off x="1792450" y="681850"/>
            <a:ext cx="27795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000">
                <a:solidFill>
                  <a:schemeClr val="lt2"/>
                </a:solidFill>
                <a:latin typeface="Roboto Mono"/>
                <a:ea typeface="Roboto Mono"/>
                <a:cs typeface="Roboto Mono"/>
                <a:sym typeface="Roboto Mono"/>
              </a:rPr>
              <a:t>GoogleTranslator</a:t>
            </a:r>
            <a:endParaRPr b="1" sz="1000">
              <a:solidFill>
                <a:schemeClr val="lt2"/>
              </a:solidFill>
              <a:latin typeface="Roboto Mono"/>
              <a:ea typeface="Roboto Mono"/>
              <a:cs typeface="Roboto Mono"/>
              <a:sym typeface="Roboto Mono"/>
            </a:endParaRPr>
          </a:p>
          <a:p>
            <a:pPr indent="0" lvl="0" marL="0" rtl="0" algn="l">
              <a:spcBef>
                <a:spcPts val="0"/>
              </a:spcBef>
              <a:spcAft>
                <a:spcPts val="0"/>
              </a:spcAft>
              <a:buNone/>
            </a:pPr>
            <a:r>
              <a:rPr b="1" lang="en-US" sz="1000">
                <a:solidFill>
                  <a:schemeClr val="lt2"/>
                </a:solidFill>
                <a:latin typeface="Roboto Mono"/>
                <a:ea typeface="Roboto Mono"/>
                <a:cs typeface="Roboto Mono"/>
                <a:sym typeface="Roboto Mono"/>
              </a:rPr>
              <a:t>LangDetect</a:t>
            </a:r>
            <a:endParaRPr b="1" sz="1000">
              <a:solidFill>
                <a:schemeClr val="lt2"/>
              </a:solidFill>
              <a:latin typeface="Roboto Mono"/>
              <a:ea typeface="Roboto Mono"/>
              <a:cs typeface="Roboto Mono"/>
              <a:sym typeface="Roboto Mono"/>
            </a:endParaRPr>
          </a:p>
        </p:txBody>
      </p:sp>
      <p:sp>
        <p:nvSpPr>
          <p:cNvPr id="233" name="Google Shape;233;g3a39b102941_1_120"/>
          <p:cNvSpPr txBox="1"/>
          <p:nvPr/>
        </p:nvSpPr>
        <p:spPr>
          <a:xfrm>
            <a:off x="5960000" y="681850"/>
            <a:ext cx="27795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000">
                <a:solidFill>
                  <a:schemeClr val="lt2"/>
                </a:solidFill>
                <a:latin typeface="Roboto Mono"/>
                <a:ea typeface="Roboto Mono"/>
                <a:cs typeface="Roboto Mono"/>
                <a:sym typeface="Roboto Mono"/>
              </a:rPr>
              <a:t>Pandas e Numpy</a:t>
            </a:r>
            <a:endParaRPr b="1" sz="2000">
              <a:solidFill>
                <a:schemeClr val="lt2"/>
              </a:solidFill>
              <a:latin typeface="Roboto Mono"/>
              <a:ea typeface="Roboto Mono"/>
              <a:cs typeface="Roboto Mono"/>
              <a:sym typeface="Roboto Mono"/>
            </a:endParaRPr>
          </a:p>
        </p:txBody>
      </p:sp>
      <p:sp>
        <p:nvSpPr>
          <p:cNvPr id="234" name="Google Shape;234;g3a39b102941_1_120"/>
          <p:cNvSpPr txBox="1"/>
          <p:nvPr/>
        </p:nvSpPr>
        <p:spPr>
          <a:xfrm>
            <a:off x="1792450" y="4205100"/>
            <a:ext cx="27795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000">
                <a:solidFill>
                  <a:schemeClr val="lt2"/>
                </a:solidFill>
                <a:latin typeface="Roboto Mono"/>
                <a:ea typeface="Roboto Mono"/>
                <a:cs typeface="Roboto Mono"/>
                <a:sym typeface="Roboto Mono"/>
              </a:rPr>
              <a:t>TextBlob</a:t>
            </a:r>
            <a:endParaRPr b="1" sz="2000">
              <a:solidFill>
                <a:schemeClr val="lt2"/>
              </a:solidFill>
              <a:latin typeface="Roboto Mono"/>
              <a:ea typeface="Roboto Mono"/>
              <a:cs typeface="Roboto Mono"/>
              <a:sym typeface="Roboto Mono"/>
            </a:endParaRPr>
          </a:p>
        </p:txBody>
      </p:sp>
      <p:sp>
        <p:nvSpPr>
          <p:cNvPr id="235" name="Google Shape;235;g3a39b102941_1_120"/>
          <p:cNvSpPr txBox="1"/>
          <p:nvPr/>
        </p:nvSpPr>
        <p:spPr>
          <a:xfrm>
            <a:off x="1792450" y="2443475"/>
            <a:ext cx="27795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000">
                <a:solidFill>
                  <a:schemeClr val="lt2"/>
                </a:solidFill>
                <a:latin typeface="Roboto Mono"/>
                <a:ea typeface="Roboto Mono"/>
                <a:cs typeface="Roboto Mono"/>
                <a:sym typeface="Roboto Mono"/>
              </a:rPr>
              <a:t>NLTK</a:t>
            </a:r>
            <a:endParaRPr b="1" sz="2000">
              <a:solidFill>
                <a:schemeClr val="lt2"/>
              </a:solidFill>
              <a:latin typeface="Roboto Mono"/>
              <a:ea typeface="Roboto Mono"/>
              <a:cs typeface="Roboto Mono"/>
              <a:sym typeface="Roboto Mono"/>
            </a:endParaRPr>
          </a:p>
        </p:txBody>
      </p:sp>
      <p:sp>
        <p:nvSpPr>
          <p:cNvPr id="236" name="Google Shape;236;g3a39b102941_1_120"/>
          <p:cNvSpPr txBox="1"/>
          <p:nvPr/>
        </p:nvSpPr>
        <p:spPr>
          <a:xfrm>
            <a:off x="5919125" y="4205100"/>
            <a:ext cx="42381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000">
                <a:solidFill>
                  <a:schemeClr val="lt2"/>
                </a:solidFill>
                <a:latin typeface="Roboto Mono"/>
                <a:ea typeface="Roboto Mono"/>
                <a:cs typeface="Roboto Mono"/>
                <a:sym typeface="Roboto Mono"/>
              </a:rPr>
              <a:t>Hugging Face Transformers</a:t>
            </a:r>
            <a:endParaRPr b="1" sz="2000">
              <a:solidFill>
                <a:schemeClr val="lt2"/>
              </a:solidFill>
              <a:latin typeface="Roboto Mono"/>
              <a:ea typeface="Roboto Mono"/>
              <a:cs typeface="Roboto Mono"/>
              <a:sym typeface="Roboto Mono"/>
            </a:endParaRPr>
          </a:p>
        </p:txBody>
      </p:sp>
      <p:sp>
        <p:nvSpPr>
          <p:cNvPr id="237" name="Google Shape;237;g3a39b102941_1_120"/>
          <p:cNvSpPr txBox="1"/>
          <p:nvPr/>
        </p:nvSpPr>
        <p:spPr>
          <a:xfrm>
            <a:off x="5960000" y="2443475"/>
            <a:ext cx="27795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000">
                <a:solidFill>
                  <a:schemeClr val="lt2"/>
                </a:solidFill>
                <a:latin typeface="Roboto Mono"/>
                <a:ea typeface="Roboto Mono"/>
                <a:cs typeface="Roboto Mono"/>
                <a:sym typeface="Roboto Mono"/>
              </a:rPr>
              <a:t>SpaCy</a:t>
            </a:r>
            <a:endParaRPr b="1" sz="2000">
              <a:solidFill>
                <a:schemeClr val="lt2"/>
              </a:solidFill>
              <a:latin typeface="Roboto Mono"/>
              <a:ea typeface="Roboto Mono"/>
              <a:cs typeface="Roboto Mono"/>
              <a:sym typeface="Roboto Mon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g3a39b102941_1_135"/>
          <p:cNvSpPr txBox="1"/>
          <p:nvPr>
            <p:ph type="title"/>
          </p:nvPr>
        </p:nvSpPr>
        <p:spPr>
          <a:xfrm>
            <a:off x="343303" y="2368590"/>
            <a:ext cx="9384600" cy="927000"/>
          </a:xfrm>
          <a:prstGeom prst="rect">
            <a:avLst/>
          </a:prstGeom>
        </p:spPr>
        <p:txBody>
          <a:bodyPr anchorCtr="0" anchor="ctr" bIns="100700" lIns="100700" spcFirstLastPara="1" rIns="100700" wrap="square" tIns="100700">
            <a:normAutofit fontScale="90000"/>
          </a:bodyPr>
          <a:lstStyle/>
          <a:p>
            <a:pPr indent="0" lvl="0" marL="0" rtl="0" algn="ctr">
              <a:spcBef>
                <a:spcPts val="0"/>
              </a:spcBef>
              <a:spcAft>
                <a:spcPts val="0"/>
              </a:spcAft>
              <a:buNone/>
            </a:pPr>
            <a:r>
              <a:rPr lang="en-US">
                <a:latin typeface="Comfortaa Medium"/>
                <a:ea typeface="Comfortaa Medium"/>
                <a:cs typeface="Comfortaa Medium"/>
                <a:sym typeface="Comfortaa Medium"/>
              </a:rPr>
              <a:t>Introdução a LLM e ML para Análise de Sentimentos</a:t>
            </a:r>
            <a:endParaRPr>
              <a:latin typeface="Comfortaa Medium"/>
              <a:ea typeface="Comfortaa Medium"/>
              <a:cs typeface="Comfortaa Medium"/>
              <a:sym typeface="Comfortaa Medium"/>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g3a39b102941_1_139"/>
          <p:cNvSpPr txBox="1"/>
          <p:nvPr>
            <p:ph type="title"/>
          </p:nvPr>
        </p:nvSpPr>
        <p:spPr>
          <a:xfrm>
            <a:off x="343303" y="490077"/>
            <a:ext cx="9384600" cy="630600"/>
          </a:xfrm>
          <a:prstGeom prst="rect">
            <a:avLst/>
          </a:prstGeom>
        </p:spPr>
        <p:txBody>
          <a:bodyPr anchorCtr="0" anchor="ctr" bIns="100700" lIns="100700" spcFirstLastPara="1" rIns="100700" wrap="square" tIns="100700">
            <a:normAutofit fontScale="90000"/>
          </a:bodyPr>
          <a:lstStyle/>
          <a:p>
            <a:pPr indent="0" lvl="0" marL="0" rtl="0" algn="ctr">
              <a:spcBef>
                <a:spcPts val="0"/>
              </a:spcBef>
              <a:spcAft>
                <a:spcPts val="0"/>
              </a:spcAft>
              <a:buSzPct val="36802"/>
              <a:buNone/>
            </a:pPr>
            <a:r>
              <a:rPr lang="en-US" sz="2690">
                <a:solidFill>
                  <a:schemeClr val="accent4"/>
                </a:solidFill>
                <a:latin typeface="Cinzel"/>
                <a:ea typeface="Cinzel"/>
                <a:cs typeface="Cinzel"/>
                <a:sym typeface="Cinzel"/>
              </a:rPr>
              <a:t>LLM </a:t>
            </a:r>
            <a:r>
              <a:rPr lang="en-US" sz="2690">
                <a:solidFill>
                  <a:schemeClr val="lt2"/>
                </a:solidFill>
                <a:latin typeface="Cinzel"/>
                <a:ea typeface="Cinzel"/>
                <a:cs typeface="Cinzel"/>
                <a:sym typeface="Cinzel"/>
              </a:rPr>
              <a:t>|</a:t>
            </a:r>
            <a:r>
              <a:rPr lang="en-US" sz="2690">
                <a:latin typeface="Cinzel"/>
                <a:ea typeface="Cinzel"/>
                <a:cs typeface="Cinzel"/>
                <a:sym typeface="Cinzel"/>
              </a:rPr>
              <a:t> Comparação com técnicas simples/tradicionais</a:t>
            </a:r>
            <a:endParaRPr sz="2690">
              <a:latin typeface="Cinzel"/>
              <a:ea typeface="Cinzel"/>
              <a:cs typeface="Cinzel"/>
              <a:sym typeface="Cinzel"/>
            </a:endParaRPr>
          </a:p>
        </p:txBody>
      </p:sp>
      <p:graphicFrame>
        <p:nvGraphicFramePr>
          <p:cNvPr id="248" name="Google Shape;248;g3a39b102941_1_139"/>
          <p:cNvGraphicFramePr/>
          <p:nvPr/>
        </p:nvGraphicFramePr>
        <p:xfrm>
          <a:off x="343238" y="1539338"/>
          <a:ext cx="3000000" cy="3000000"/>
        </p:xfrm>
        <a:graphic>
          <a:graphicData uri="http://schemas.openxmlformats.org/drawingml/2006/table">
            <a:tbl>
              <a:tblPr>
                <a:noFill/>
                <a:tableStyleId>{36D3242E-587E-4C4E-8B46-1F2EE4ED68B7}</a:tableStyleId>
              </a:tblPr>
              <a:tblGrid>
                <a:gridCol w="1876925"/>
                <a:gridCol w="1876925"/>
                <a:gridCol w="1876925"/>
                <a:gridCol w="1876925"/>
                <a:gridCol w="1876925"/>
              </a:tblGrid>
              <a:tr h="618350">
                <a:tc>
                  <a:txBody>
                    <a:bodyPr/>
                    <a:lstStyle/>
                    <a:p>
                      <a:pPr indent="0" lvl="0" marL="0" rtl="0" algn="ctr">
                        <a:spcBef>
                          <a:spcPts val="0"/>
                        </a:spcBef>
                        <a:spcAft>
                          <a:spcPts val="0"/>
                        </a:spcAft>
                        <a:buNone/>
                      </a:pPr>
                      <a:r>
                        <a:rPr b="1" i="1" lang="en-US" sz="2000">
                          <a:solidFill>
                            <a:schemeClr val="lt2"/>
                          </a:solidFill>
                          <a:latin typeface="Comfortaa"/>
                          <a:ea typeface="Comfortaa"/>
                          <a:cs typeface="Comfortaa"/>
                          <a:sym typeface="Comfortaa"/>
                        </a:rPr>
                        <a:t>Técnica</a:t>
                      </a:r>
                      <a:endParaRPr b="1" i="1" sz="2000">
                        <a:solidFill>
                          <a:schemeClr val="lt2"/>
                        </a:solidFill>
                        <a:latin typeface="Comfortaa"/>
                        <a:ea typeface="Comfortaa"/>
                        <a:cs typeface="Comfortaa"/>
                        <a:sym typeface="Comfortaa"/>
                      </a:endParaRPr>
                    </a:p>
                  </a:txBody>
                  <a:tcPr marT="91425" marB="91425" marR="91425" marL="91425" anchor="ctr"/>
                </a:tc>
                <a:tc>
                  <a:txBody>
                    <a:bodyPr/>
                    <a:lstStyle/>
                    <a:p>
                      <a:pPr indent="0" lvl="0" marL="0" rtl="0" algn="ctr">
                        <a:spcBef>
                          <a:spcPts val="0"/>
                        </a:spcBef>
                        <a:spcAft>
                          <a:spcPts val="0"/>
                        </a:spcAft>
                        <a:buNone/>
                      </a:pPr>
                      <a:r>
                        <a:rPr b="1" i="1" lang="en-US" sz="2000">
                          <a:solidFill>
                            <a:schemeClr val="lt2"/>
                          </a:solidFill>
                          <a:latin typeface="Comfortaa"/>
                          <a:ea typeface="Comfortaa"/>
                          <a:cs typeface="Comfortaa"/>
                          <a:sym typeface="Comfortaa"/>
                        </a:rPr>
                        <a:t>Base</a:t>
                      </a:r>
                      <a:endParaRPr b="1" i="1" sz="2000">
                        <a:solidFill>
                          <a:schemeClr val="lt2"/>
                        </a:solidFill>
                        <a:latin typeface="Comfortaa"/>
                        <a:ea typeface="Comfortaa"/>
                        <a:cs typeface="Comfortaa"/>
                        <a:sym typeface="Comfortaa"/>
                      </a:endParaRPr>
                    </a:p>
                  </a:txBody>
                  <a:tcPr marT="91425" marB="91425" marR="91425" marL="91425" anchor="ctr"/>
                </a:tc>
                <a:tc>
                  <a:txBody>
                    <a:bodyPr/>
                    <a:lstStyle/>
                    <a:p>
                      <a:pPr indent="0" lvl="0" marL="0" rtl="0" algn="ctr">
                        <a:spcBef>
                          <a:spcPts val="0"/>
                        </a:spcBef>
                        <a:spcAft>
                          <a:spcPts val="0"/>
                        </a:spcAft>
                        <a:buNone/>
                      </a:pPr>
                      <a:r>
                        <a:rPr b="1" i="1" lang="en-US" sz="2000">
                          <a:solidFill>
                            <a:schemeClr val="lt2"/>
                          </a:solidFill>
                          <a:latin typeface="Comfortaa"/>
                          <a:ea typeface="Comfortaa"/>
                          <a:cs typeface="Comfortaa"/>
                          <a:sym typeface="Comfortaa"/>
                        </a:rPr>
                        <a:t>Contexto</a:t>
                      </a:r>
                      <a:endParaRPr b="1" i="1" sz="2000">
                        <a:solidFill>
                          <a:schemeClr val="lt2"/>
                        </a:solidFill>
                        <a:latin typeface="Comfortaa"/>
                        <a:ea typeface="Comfortaa"/>
                        <a:cs typeface="Comfortaa"/>
                        <a:sym typeface="Comfortaa"/>
                      </a:endParaRPr>
                    </a:p>
                  </a:txBody>
                  <a:tcPr marT="91425" marB="91425" marR="91425" marL="91425" anchor="ctr"/>
                </a:tc>
                <a:tc>
                  <a:txBody>
                    <a:bodyPr/>
                    <a:lstStyle/>
                    <a:p>
                      <a:pPr indent="0" lvl="0" marL="0" rtl="0" algn="ctr">
                        <a:spcBef>
                          <a:spcPts val="0"/>
                        </a:spcBef>
                        <a:spcAft>
                          <a:spcPts val="0"/>
                        </a:spcAft>
                        <a:buNone/>
                      </a:pPr>
                      <a:r>
                        <a:rPr b="1" i="1" lang="en-US" sz="2000">
                          <a:solidFill>
                            <a:schemeClr val="lt2"/>
                          </a:solidFill>
                          <a:latin typeface="Comfortaa"/>
                          <a:ea typeface="Comfortaa"/>
                          <a:cs typeface="Comfortaa"/>
                          <a:sym typeface="Comfortaa"/>
                        </a:rPr>
                        <a:t>Precisão Emocional</a:t>
                      </a:r>
                      <a:endParaRPr b="1" i="1" sz="2000">
                        <a:solidFill>
                          <a:schemeClr val="lt2"/>
                        </a:solidFill>
                        <a:latin typeface="Comfortaa"/>
                        <a:ea typeface="Comfortaa"/>
                        <a:cs typeface="Comfortaa"/>
                        <a:sym typeface="Comfortaa"/>
                      </a:endParaRPr>
                    </a:p>
                  </a:txBody>
                  <a:tcPr marT="91425" marB="91425" marR="91425" marL="91425" anchor="ctr"/>
                </a:tc>
                <a:tc>
                  <a:txBody>
                    <a:bodyPr/>
                    <a:lstStyle/>
                    <a:p>
                      <a:pPr indent="0" lvl="0" marL="0" rtl="0" algn="ctr">
                        <a:spcBef>
                          <a:spcPts val="0"/>
                        </a:spcBef>
                        <a:spcAft>
                          <a:spcPts val="0"/>
                        </a:spcAft>
                        <a:buNone/>
                      </a:pPr>
                      <a:r>
                        <a:rPr b="1" i="1" lang="en-US" sz="2000">
                          <a:solidFill>
                            <a:schemeClr val="lt2"/>
                          </a:solidFill>
                          <a:latin typeface="Comfortaa"/>
                          <a:ea typeface="Comfortaa"/>
                          <a:cs typeface="Comfortaa"/>
                          <a:sym typeface="Comfortaa"/>
                        </a:rPr>
                        <a:t>Exemplo</a:t>
                      </a:r>
                      <a:endParaRPr b="1" i="1" sz="2000">
                        <a:solidFill>
                          <a:schemeClr val="lt2"/>
                        </a:solidFill>
                        <a:latin typeface="Comfortaa"/>
                        <a:ea typeface="Comfortaa"/>
                        <a:cs typeface="Comfortaa"/>
                        <a:sym typeface="Comfortaa"/>
                      </a:endParaRPr>
                    </a:p>
                  </a:txBody>
                  <a:tcPr marT="91425" marB="91425" marR="91425" marL="91425" anchor="ctr"/>
                </a:tc>
              </a:tr>
              <a:tr h="618350">
                <a:tc>
                  <a:txBody>
                    <a:bodyPr/>
                    <a:lstStyle/>
                    <a:p>
                      <a:pPr indent="0" lvl="0" marL="0" rtl="0" algn="ctr">
                        <a:spcBef>
                          <a:spcPts val="0"/>
                        </a:spcBef>
                        <a:spcAft>
                          <a:spcPts val="0"/>
                        </a:spcAft>
                        <a:buNone/>
                      </a:pPr>
                      <a:r>
                        <a:rPr lang="en-US" sz="2000">
                          <a:solidFill>
                            <a:schemeClr val="lt2"/>
                          </a:solidFill>
                          <a:latin typeface="Comfortaa"/>
                          <a:ea typeface="Comfortaa"/>
                          <a:cs typeface="Comfortaa"/>
                          <a:sym typeface="Comfortaa"/>
                        </a:rPr>
                        <a:t>NLTK</a:t>
                      </a:r>
                      <a:endParaRPr sz="2000">
                        <a:solidFill>
                          <a:schemeClr val="lt2"/>
                        </a:solidFill>
                        <a:latin typeface="Comfortaa"/>
                        <a:ea typeface="Comfortaa"/>
                        <a:cs typeface="Comfortaa"/>
                        <a:sym typeface="Comfortaa"/>
                      </a:endParaRPr>
                    </a:p>
                    <a:p>
                      <a:pPr indent="0" lvl="0" marL="0" rtl="0" algn="ctr">
                        <a:spcBef>
                          <a:spcPts val="0"/>
                        </a:spcBef>
                        <a:spcAft>
                          <a:spcPts val="0"/>
                        </a:spcAft>
                        <a:buNone/>
                      </a:pPr>
                      <a:r>
                        <a:rPr lang="en-US" sz="2000">
                          <a:solidFill>
                            <a:schemeClr val="lt2"/>
                          </a:solidFill>
                          <a:latin typeface="Comfortaa"/>
                          <a:ea typeface="Comfortaa"/>
                          <a:cs typeface="Comfortaa"/>
                          <a:sym typeface="Comfortaa"/>
                        </a:rPr>
                        <a:t>TextBlob</a:t>
                      </a:r>
                      <a:endParaRPr sz="2000">
                        <a:solidFill>
                          <a:schemeClr val="lt2"/>
                        </a:solidFill>
                        <a:latin typeface="Comfortaa"/>
                        <a:ea typeface="Comfortaa"/>
                        <a:cs typeface="Comfortaa"/>
                        <a:sym typeface="Comfortaa"/>
                      </a:endParaRPr>
                    </a:p>
                  </a:txBody>
                  <a:tcPr marT="91425" marB="91425" marR="91425" marL="91425" anchor="ctr"/>
                </a:tc>
                <a:tc>
                  <a:txBody>
                    <a:bodyPr/>
                    <a:lstStyle/>
                    <a:p>
                      <a:pPr indent="0" lvl="0" marL="0" rtl="0" algn="ctr">
                        <a:spcBef>
                          <a:spcPts val="0"/>
                        </a:spcBef>
                        <a:spcAft>
                          <a:spcPts val="0"/>
                        </a:spcAft>
                        <a:buNone/>
                      </a:pPr>
                      <a:r>
                        <a:rPr lang="en-US" sz="2000">
                          <a:solidFill>
                            <a:schemeClr val="lt2"/>
                          </a:solidFill>
                          <a:latin typeface="Comfortaa"/>
                          <a:ea typeface="Comfortaa"/>
                          <a:cs typeface="Comfortaa"/>
                          <a:sym typeface="Comfortaa"/>
                        </a:rPr>
                        <a:t>Léxica</a:t>
                      </a:r>
                      <a:endParaRPr sz="2000">
                        <a:solidFill>
                          <a:schemeClr val="lt2"/>
                        </a:solidFill>
                        <a:latin typeface="Comfortaa"/>
                        <a:ea typeface="Comfortaa"/>
                        <a:cs typeface="Comfortaa"/>
                        <a:sym typeface="Comfortaa"/>
                      </a:endParaRPr>
                    </a:p>
                  </a:txBody>
                  <a:tcPr marT="91425" marB="91425" marR="91425" marL="91425" anchor="ctr"/>
                </a:tc>
                <a:tc>
                  <a:txBody>
                    <a:bodyPr/>
                    <a:lstStyle/>
                    <a:p>
                      <a:pPr indent="0" lvl="0" marL="0" rtl="0" algn="ctr">
                        <a:spcBef>
                          <a:spcPts val="0"/>
                        </a:spcBef>
                        <a:spcAft>
                          <a:spcPts val="0"/>
                        </a:spcAft>
                        <a:buNone/>
                      </a:pPr>
                      <a:r>
                        <a:rPr lang="en-US" sz="2000">
                          <a:solidFill>
                            <a:schemeClr val="lt2"/>
                          </a:solidFill>
                          <a:latin typeface="Comfortaa"/>
                          <a:ea typeface="Comfortaa"/>
                          <a:cs typeface="Comfortaa"/>
                          <a:sym typeface="Comfortaa"/>
                        </a:rPr>
                        <a:t>Baixo</a:t>
                      </a:r>
                      <a:endParaRPr sz="2000">
                        <a:solidFill>
                          <a:schemeClr val="lt2"/>
                        </a:solidFill>
                        <a:latin typeface="Comfortaa"/>
                        <a:ea typeface="Comfortaa"/>
                        <a:cs typeface="Comfortaa"/>
                        <a:sym typeface="Comfortaa"/>
                      </a:endParaRPr>
                    </a:p>
                  </a:txBody>
                  <a:tcPr marT="91425" marB="91425" marR="91425" marL="91425" anchor="ctr"/>
                </a:tc>
                <a:tc>
                  <a:txBody>
                    <a:bodyPr/>
                    <a:lstStyle/>
                    <a:p>
                      <a:pPr indent="0" lvl="0" marL="0" rtl="0" algn="ctr">
                        <a:spcBef>
                          <a:spcPts val="0"/>
                        </a:spcBef>
                        <a:spcAft>
                          <a:spcPts val="0"/>
                        </a:spcAft>
                        <a:buNone/>
                      </a:pPr>
                      <a:r>
                        <a:rPr lang="en-US" sz="2000">
                          <a:solidFill>
                            <a:schemeClr val="lt2"/>
                          </a:solidFill>
                          <a:latin typeface="Comfortaa"/>
                          <a:ea typeface="Comfortaa"/>
                          <a:cs typeface="Comfortaa"/>
                          <a:sym typeface="Comfortaa"/>
                        </a:rPr>
                        <a:t>Média</a:t>
                      </a:r>
                      <a:endParaRPr sz="2000">
                        <a:solidFill>
                          <a:schemeClr val="lt2"/>
                        </a:solidFill>
                        <a:latin typeface="Comfortaa"/>
                        <a:ea typeface="Comfortaa"/>
                        <a:cs typeface="Comfortaa"/>
                        <a:sym typeface="Comfortaa"/>
                      </a:endParaRPr>
                    </a:p>
                  </a:txBody>
                  <a:tcPr marT="91425" marB="91425" marR="91425" marL="91425" anchor="ctr"/>
                </a:tc>
                <a:tc>
                  <a:txBody>
                    <a:bodyPr/>
                    <a:lstStyle/>
                    <a:p>
                      <a:pPr indent="0" lvl="0" marL="0" rtl="0" algn="ctr">
                        <a:spcBef>
                          <a:spcPts val="0"/>
                        </a:spcBef>
                        <a:spcAft>
                          <a:spcPts val="0"/>
                        </a:spcAft>
                        <a:buNone/>
                      </a:pPr>
                      <a:r>
                        <a:rPr lang="en-US" sz="2000">
                          <a:solidFill>
                            <a:schemeClr val="lt2"/>
                          </a:solidFill>
                          <a:latin typeface="Comfortaa"/>
                          <a:ea typeface="Comfortaa"/>
                          <a:cs typeface="Comfortaa"/>
                          <a:sym typeface="Comfortaa"/>
                        </a:rPr>
                        <a:t>“ótimo” = positivo</a:t>
                      </a:r>
                      <a:endParaRPr sz="2000">
                        <a:solidFill>
                          <a:schemeClr val="lt2"/>
                        </a:solidFill>
                        <a:latin typeface="Comfortaa"/>
                        <a:ea typeface="Comfortaa"/>
                        <a:cs typeface="Comfortaa"/>
                        <a:sym typeface="Comfortaa"/>
                      </a:endParaRPr>
                    </a:p>
                  </a:txBody>
                  <a:tcPr marT="91425" marB="91425" marR="91425" marL="91425" anchor="ctr"/>
                </a:tc>
              </a:tr>
              <a:tr h="618350">
                <a:tc>
                  <a:txBody>
                    <a:bodyPr/>
                    <a:lstStyle/>
                    <a:p>
                      <a:pPr indent="0" lvl="0" marL="0" rtl="0" algn="ctr">
                        <a:spcBef>
                          <a:spcPts val="0"/>
                        </a:spcBef>
                        <a:spcAft>
                          <a:spcPts val="0"/>
                        </a:spcAft>
                        <a:buNone/>
                      </a:pPr>
                      <a:r>
                        <a:rPr lang="en-US" sz="2000">
                          <a:solidFill>
                            <a:schemeClr val="lt2"/>
                          </a:solidFill>
                          <a:latin typeface="Comfortaa"/>
                          <a:ea typeface="Comfortaa"/>
                          <a:cs typeface="Comfortaa"/>
                          <a:sym typeface="Comfortaa"/>
                        </a:rPr>
                        <a:t>BERT</a:t>
                      </a:r>
                      <a:endParaRPr sz="2000">
                        <a:solidFill>
                          <a:schemeClr val="lt2"/>
                        </a:solidFill>
                        <a:latin typeface="Comfortaa"/>
                        <a:ea typeface="Comfortaa"/>
                        <a:cs typeface="Comfortaa"/>
                        <a:sym typeface="Comfortaa"/>
                      </a:endParaRPr>
                    </a:p>
                  </a:txBody>
                  <a:tcPr marT="91425" marB="91425" marR="91425" marL="91425" anchor="ctr"/>
                </a:tc>
                <a:tc>
                  <a:txBody>
                    <a:bodyPr/>
                    <a:lstStyle/>
                    <a:p>
                      <a:pPr indent="0" lvl="0" marL="0" rtl="0" algn="ctr">
                        <a:spcBef>
                          <a:spcPts val="0"/>
                        </a:spcBef>
                        <a:spcAft>
                          <a:spcPts val="0"/>
                        </a:spcAft>
                        <a:buNone/>
                      </a:pPr>
                      <a:r>
                        <a:rPr lang="en-US" sz="2000">
                          <a:solidFill>
                            <a:schemeClr val="lt2"/>
                          </a:solidFill>
                          <a:latin typeface="Comfortaa"/>
                          <a:ea typeface="Comfortaa"/>
                          <a:cs typeface="Comfortaa"/>
                          <a:sym typeface="Comfortaa"/>
                        </a:rPr>
                        <a:t>Pré-treinado em textos massivos</a:t>
                      </a:r>
                      <a:endParaRPr sz="2000">
                        <a:solidFill>
                          <a:schemeClr val="lt2"/>
                        </a:solidFill>
                        <a:latin typeface="Comfortaa"/>
                        <a:ea typeface="Comfortaa"/>
                        <a:cs typeface="Comfortaa"/>
                        <a:sym typeface="Comfortaa"/>
                      </a:endParaRPr>
                    </a:p>
                  </a:txBody>
                  <a:tcPr marT="91425" marB="91425" marR="91425" marL="91425" anchor="ctr"/>
                </a:tc>
                <a:tc>
                  <a:txBody>
                    <a:bodyPr/>
                    <a:lstStyle/>
                    <a:p>
                      <a:pPr indent="0" lvl="0" marL="0" rtl="0" algn="ctr">
                        <a:spcBef>
                          <a:spcPts val="0"/>
                        </a:spcBef>
                        <a:spcAft>
                          <a:spcPts val="0"/>
                        </a:spcAft>
                        <a:buNone/>
                      </a:pPr>
                      <a:r>
                        <a:rPr lang="en-US" sz="2000">
                          <a:solidFill>
                            <a:schemeClr val="lt2"/>
                          </a:solidFill>
                          <a:latin typeface="Comfortaa"/>
                          <a:ea typeface="Comfortaa"/>
                          <a:cs typeface="Comfortaa"/>
                          <a:sym typeface="Comfortaa"/>
                        </a:rPr>
                        <a:t>Alto</a:t>
                      </a:r>
                      <a:endParaRPr sz="2000">
                        <a:solidFill>
                          <a:schemeClr val="lt2"/>
                        </a:solidFill>
                        <a:latin typeface="Comfortaa"/>
                        <a:ea typeface="Comfortaa"/>
                        <a:cs typeface="Comfortaa"/>
                        <a:sym typeface="Comfortaa"/>
                      </a:endParaRPr>
                    </a:p>
                  </a:txBody>
                  <a:tcPr marT="91425" marB="91425" marR="91425" marL="91425" anchor="ctr"/>
                </a:tc>
                <a:tc>
                  <a:txBody>
                    <a:bodyPr/>
                    <a:lstStyle/>
                    <a:p>
                      <a:pPr indent="0" lvl="0" marL="0" rtl="0" algn="ctr">
                        <a:spcBef>
                          <a:spcPts val="0"/>
                        </a:spcBef>
                        <a:spcAft>
                          <a:spcPts val="0"/>
                        </a:spcAft>
                        <a:buNone/>
                      </a:pPr>
                      <a:r>
                        <a:rPr lang="en-US" sz="2000">
                          <a:solidFill>
                            <a:schemeClr val="lt2"/>
                          </a:solidFill>
                          <a:latin typeface="Comfortaa"/>
                          <a:ea typeface="Comfortaa"/>
                          <a:cs typeface="Comfortaa"/>
                          <a:sym typeface="Comfortaa"/>
                        </a:rPr>
                        <a:t>Alta</a:t>
                      </a:r>
                      <a:endParaRPr sz="2000">
                        <a:solidFill>
                          <a:schemeClr val="lt2"/>
                        </a:solidFill>
                        <a:latin typeface="Comfortaa"/>
                        <a:ea typeface="Comfortaa"/>
                        <a:cs typeface="Comfortaa"/>
                        <a:sym typeface="Comfortaa"/>
                      </a:endParaRPr>
                    </a:p>
                  </a:txBody>
                  <a:tcPr marT="91425" marB="91425" marR="91425" marL="91425" anchor="ctr"/>
                </a:tc>
                <a:tc>
                  <a:txBody>
                    <a:bodyPr/>
                    <a:lstStyle/>
                    <a:p>
                      <a:pPr indent="0" lvl="0" marL="0" rtl="0" algn="ctr">
                        <a:spcBef>
                          <a:spcPts val="0"/>
                        </a:spcBef>
                        <a:spcAft>
                          <a:spcPts val="0"/>
                        </a:spcAft>
                        <a:buNone/>
                      </a:pPr>
                      <a:r>
                        <a:rPr lang="en-US" sz="2000">
                          <a:solidFill>
                            <a:schemeClr val="lt2"/>
                          </a:solidFill>
                          <a:latin typeface="Comfortaa"/>
                          <a:ea typeface="Comfortaa"/>
                          <a:cs typeface="Comfortaa"/>
                          <a:sym typeface="Comfortaa"/>
                        </a:rPr>
                        <a:t>“ótimo” + </a:t>
                      </a:r>
                      <a:r>
                        <a:rPr lang="en-US" sz="2000">
                          <a:solidFill>
                            <a:schemeClr val="lt2"/>
                          </a:solidFill>
                          <a:latin typeface="Comfortaa"/>
                          <a:ea typeface="Comfortaa"/>
                          <a:cs typeface="Comfortaa"/>
                          <a:sym typeface="Comfortaa"/>
                        </a:rPr>
                        <a:t>contexto</a:t>
                      </a:r>
                      <a:endParaRPr sz="2000">
                        <a:solidFill>
                          <a:schemeClr val="lt2"/>
                        </a:solidFill>
                        <a:latin typeface="Comfortaa"/>
                        <a:ea typeface="Comfortaa"/>
                        <a:cs typeface="Comfortaa"/>
                        <a:sym typeface="Comfortaa"/>
                      </a:endParaRPr>
                    </a:p>
                  </a:txBody>
                  <a:tcPr marT="91425" marB="91425" marR="91425" marL="91425" anchor="ctr"/>
                </a:tc>
              </a:tr>
              <a:tr h="618350">
                <a:tc>
                  <a:txBody>
                    <a:bodyPr/>
                    <a:lstStyle/>
                    <a:p>
                      <a:pPr indent="0" lvl="0" marL="0" rtl="0" algn="ctr">
                        <a:spcBef>
                          <a:spcPts val="0"/>
                        </a:spcBef>
                        <a:spcAft>
                          <a:spcPts val="0"/>
                        </a:spcAft>
                        <a:buNone/>
                      </a:pPr>
                      <a:r>
                        <a:rPr lang="en-US" sz="2000">
                          <a:solidFill>
                            <a:schemeClr val="lt2"/>
                          </a:solidFill>
                          <a:latin typeface="Comfortaa"/>
                          <a:ea typeface="Comfortaa"/>
                          <a:cs typeface="Comfortaa"/>
                          <a:sym typeface="Comfortaa"/>
                        </a:rPr>
                        <a:t>GPT</a:t>
                      </a:r>
                      <a:endParaRPr sz="2000">
                        <a:solidFill>
                          <a:schemeClr val="lt2"/>
                        </a:solidFill>
                        <a:latin typeface="Comfortaa"/>
                        <a:ea typeface="Comfortaa"/>
                        <a:cs typeface="Comfortaa"/>
                        <a:sym typeface="Comfortaa"/>
                      </a:endParaRPr>
                    </a:p>
                    <a:p>
                      <a:pPr indent="0" lvl="0" marL="0" rtl="0" algn="ctr">
                        <a:spcBef>
                          <a:spcPts val="0"/>
                        </a:spcBef>
                        <a:spcAft>
                          <a:spcPts val="0"/>
                        </a:spcAft>
                        <a:buNone/>
                      </a:pPr>
                      <a:r>
                        <a:rPr lang="en-US" sz="2000">
                          <a:solidFill>
                            <a:schemeClr val="lt2"/>
                          </a:solidFill>
                          <a:latin typeface="Comfortaa"/>
                          <a:ea typeface="Comfortaa"/>
                          <a:cs typeface="Comfortaa"/>
                          <a:sym typeface="Comfortaa"/>
                        </a:rPr>
                        <a:t>BLOOM Falcon</a:t>
                      </a:r>
                      <a:endParaRPr sz="2000">
                        <a:solidFill>
                          <a:schemeClr val="lt2"/>
                        </a:solidFill>
                        <a:latin typeface="Comfortaa"/>
                        <a:ea typeface="Comfortaa"/>
                        <a:cs typeface="Comfortaa"/>
                        <a:sym typeface="Comfortaa"/>
                      </a:endParaRPr>
                    </a:p>
                  </a:txBody>
                  <a:tcPr marT="91425" marB="91425" marR="91425" marL="91425" anchor="ctr"/>
                </a:tc>
                <a:tc>
                  <a:txBody>
                    <a:bodyPr/>
                    <a:lstStyle/>
                    <a:p>
                      <a:pPr indent="0" lvl="0" marL="0" rtl="0" algn="ctr">
                        <a:spcBef>
                          <a:spcPts val="0"/>
                        </a:spcBef>
                        <a:spcAft>
                          <a:spcPts val="0"/>
                        </a:spcAft>
                        <a:buNone/>
                      </a:pPr>
                      <a:r>
                        <a:rPr lang="en-US" sz="2000">
                          <a:solidFill>
                            <a:schemeClr val="lt2"/>
                          </a:solidFill>
                          <a:latin typeface="Comfortaa"/>
                          <a:ea typeface="Comfortaa"/>
                          <a:cs typeface="Comfortaa"/>
                          <a:sym typeface="Comfortaa"/>
                        </a:rPr>
                        <a:t>Linguagem completa</a:t>
                      </a:r>
                      <a:endParaRPr sz="2000">
                        <a:solidFill>
                          <a:schemeClr val="lt2"/>
                        </a:solidFill>
                        <a:latin typeface="Comfortaa"/>
                        <a:ea typeface="Comfortaa"/>
                        <a:cs typeface="Comfortaa"/>
                        <a:sym typeface="Comfortaa"/>
                      </a:endParaRPr>
                    </a:p>
                  </a:txBody>
                  <a:tcPr marT="91425" marB="91425" marR="91425" marL="91425" anchor="ctr"/>
                </a:tc>
                <a:tc>
                  <a:txBody>
                    <a:bodyPr/>
                    <a:lstStyle/>
                    <a:p>
                      <a:pPr indent="0" lvl="0" marL="0" rtl="0" algn="ctr">
                        <a:spcBef>
                          <a:spcPts val="0"/>
                        </a:spcBef>
                        <a:spcAft>
                          <a:spcPts val="0"/>
                        </a:spcAft>
                        <a:buNone/>
                      </a:pPr>
                      <a:r>
                        <a:rPr lang="en-US" sz="2000">
                          <a:solidFill>
                            <a:schemeClr val="lt2"/>
                          </a:solidFill>
                          <a:latin typeface="Comfortaa"/>
                          <a:ea typeface="Comfortaa"/>
                          <a:cs typeface="Comfortaa"/>
                          <a:sym typeface="Comfortaa"/>
                        </a:rPr>
                        <a:t>Muito Alto</a:t>
                      </a:r>
                      <a:endParaRPr sz="2000">
                        <a:solidFill>
                          <a:schemeClr val="lt2"/>
                        </a:solidFill>
                        <a:latin typeface="Comfortaa"/>
                        <a:ea typeface="Comfortaa"/>
                        <a:cs typeface="Comfortaa"/>
                        <a:sym typeface="Comfortaa"/>
                      </a:endParaRPr>
                    </a:p>
                  </a:txBody>
                  <a:tcPr marT="91425" marB="91425" marR="91425" marL="91425" anchor="ctr"/>
                </a:tc>
                <a:tc>
                  <a:txBody>
                    <a:bodyPr/>
                    <a:lstStyle/>
                    <a:p>
                      <a:pPr indent="0" lvl="0" marL="0" rtl="0" algn="ctr">
                        <a:spcBef>
                          <a:spcPts val="0"/>
                        </a:spcBef>
                        <a:spcAft>
                          <a:spcPts val="0"/>
                        </a:spcAft>
                        <a:buNone/>
                      </a:pPr>
                      <a:r>
                        <a:rPr lang="en-US" sz="2000">
                          <a:solidFill>
                            <a:schemeClr val="lt2"/>
                          </a:solidFill>
                          <a:latin typeface="Comfortaa"/>
                          <a:ea typeface="Comfortaa"/>
                          <a:cs typeface="Comfortaa"/>
                          <a:sym typeface="Comfortaa"/>
                        </a:rPr>
                        <a:t>Altíssima</a:t>
                      </a:r>
                      <a:endParaRPr sz="2000">
                        <a:solidFill>
                          <a:schemeClr val="lt2"/>
                        </a:solidFill>
                        <a:latin typeface="Comfortaa"/>
                        <a:ea typeface="Comfortaa"/>
                        <a:cs typeface="Comfortaa"/>
                        <a:sym typeface="Comfortaa"/>
                      </a:endParaRPr>
                    </a:p>
                  </a:txBody>
                  <a:tcPr marT="91425" marB="91425" marR="91425" marL="91425" anchor="ctr"/>
                </a:tc>
                <a:tc>
                  <a:txBody>
                    <a:bodyPr/>
                    <a:lstStyle/>
                    <a:p>
                      <a:pPr indent="0" lvl="0" marL="0" rtl="0" algn="ctr">
                        <a:spcBef>
                          <a:spcPts val="0"/>
                        </a:spcBef>
                        <a:spcAft>
                          <a:spcPts val="0"/>
                        </a:spcAft>
                        <a:buNone/>
                      </a:pPr>
                      <a:r>
                        <a:rPr lang="en-US" sz="2000">
                          <a:solidFill>
                            <a:schemeClr val="lt2"/>
                          </a:solidFill>
                          <a:latin typeface="Comfortaa"/>
                          <a:ea typeface="Comfortaa"/>
                          <a:cs typeface="Comfortaa"/>
                          <a:sym typeface="Comfortaa"/>
                        </a:rPr>
                        <a:t>Entende sarcasmo e nuances</a:t>
                      </a:r>
                      <a:endParaRPr sz="2000">
                        <a:solidFill>
                          <a:schemeClr val="lt2"/>
                        </a:solidFill>
                        <a:latin typeface="Comfortaa"/>
                        <a:ea typeface="Comfortaa"/>
                        <a:cs typeface="Comfortaa"/>
                        <a:sym typeface="Comfortaa"/>
                      </a:endParaRPr>
                    </a:p>
                  </a:txBody>
                  <a:tcPr marT="91425" marB="91425" marR="91425" marL="91425" anchor="ct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g3a39b102941_1_144"/>
          <p:cNvSpPr txBox="1"/>
          <p:nvPr>
            <p:ph type="title"/>
          </p:nvPr>
        </p:nvSpPr>
        <p:spPr>
          <a:xfrm>
            <a:off x="343303" y="490077"/>
            <a:ext cx="9384600" cy="630600"/>
          </a:xfrm>
          <a:prstGeom prst="rect">
            <a:avLst/>
          </a:prstGeom>
        </p:spPr>
        <p:txBody>
          <a:bodyPr anchorCtr="0" anchor="ctr" bIns="100700" lIns="100700" spcFirstLastPara="1" rIns="100700" wrap="square" tIns="100700">
            <a:normAutofit/>
          </a:bodyPr>
          <a:lstStyle/>
          <a:p>
            <a:pPr indent="0" lvl="0" marL="0" rtl="0" algn="ctr">
              <a:spcBef>
                <a:spcPts val="0"/>
              </a:spcBef>
              <a:spcAft>
                <a:spcPts val="0"/>
              </a:spcAft>
              <a:buSzPts val="990"/>
              <a:buNone/>
            </a:pPr>
            <a:r>
              <a:rPr lang="en-US" sz="2690">
                <a:solidFill>
                  <a:schemeClr val="accent4"/>
                </a:solidFill>
                <a:latin typeface="Cinzel"/>
                <a:ea typeface="Cinzel"/>
                <a:cs typeface="Cinzel"/>
                <a:sym typeface="Cinzel"/>
              </a:rPr>
              <a:t>LLM e ML </a:t>
            </a:r>
            <a:r>
              <a:rPr lang="en-US" sz="2690">
                <a:solidFill>
                  <a:schemeClr val="lt2"/>
                </a:solidFill>
                <a:latin typeface="Cinzel"/>
                <a:ea typeface="Cinzel"/>
                <a:cs typeface="Cinzel"/>
                <a:sym typeface="Cinzel"/>
              </a:rPr>
              <a:t>|</a:t>
            </a:r>
            <a:r>
              <a:rPr lang="en-US" sz="2690">
                <a:latin typeface="Cinzel"/>
                <a:ea typeface="Cinzel"/>
                <a:cs typeface="Cinzel"/>
                <a:sym typeface="Cinzel"/>
              </a:rPr>
              <a:t> Relação LLM e Ml</a:t>
            </a:r>
            <a:endParaRPr sz="2690">
              <a:latin typeface="Cinzel"/>
              <a:ea typeface="Cinzel"/>
              <a:cs typeface="Cinzel"/>
              <a:sym typeface="Cinzel"/>
            </a:endParaRPr>
          </a:p>
        </p:txBody>
      </p:sp>
      <p:sp>
        <p:nvSpPr>
          <p:cNvPr id="254" name="Google Shape;254;g3a39b102941_1_144"/>
          <p:cNvSpPr txBox="1"/>
          <p:nvPr>
            <p:ph idx="1" type="body"/>
          </p:nvPr>
        </p:nvSpPr>
        <p:spPr>
          <a:xfrm>
            <a:off x="343301" y="1269150"/>
            <a:ext cx="5136300" cy="3762300"/>
          </a:xfrm>
          <a:prstGeom prst="rect">
            <a:avLst/>
          </a:prstGeom>
        </p:spPr>
        <p:txBody>
          <a:bodyPr anchorCtr="0" anchor="t" bIns="100700" lIns="100700" spcFirstLastPara="1" rIns="100700" wrap="square" tIns="100700">
            <a:noAutofit/>
          </a:bodyPr>
          <a:lstStyle/>
          <a:p>
            <a:pPr indent="0" lvl="0" marL="0" rtl="0" algn="ctr">
              <a:spcBef>
                <a:spcPts val="0"/>
              </a:spcBef>
              <a:spcAft>
                <a:spcPts val="0"/>
              </a:spcAft>
              <a:buNone/>
            </a:pPr>
            <a:r>
              <a:rPr lang="en-US" sz="2100">
                <a:latin typeface="Comfortaa"/>
                <a:ea typeface="Comfortaa"/>
                <a:cs typeface="Comfortaa"/>
                <a:sym typeface="Comfortaa"/>
              </a:rPr>
              <a:t>Os LLMs são um subconjunto especializado do ML. Enquanto o ML é um campo vasto da inteligência artificial que abrange diversos algoritmos e modelos para aprender com dados, os LLMs focam especificamente na compreensão e geração de linguagem humana em larga escala.</a:t>
            </a:r>
            <a:endParaRPr sz="2100">
              <a:latin typeface="Comfortaa"/>
              <a:ea typeface="Comfortaa"/>
              <a:cs typeface="Comfortaa"/>
              <a:sym typeface="Comfortaa"/>
            </a:endParaRPr>
          </a:p>
        </p:txBody>
      </p:sp>
      <p:pic>
        <p:nvPicPr>
          <p:cNvPr id="255" name="Google Shape;255;g3a39b102941_1_144"/>
          <p:cNvPicPr preferRelativeResize="0"/>
          <p:nvPr/>
        </p:nvPicPr>
        <p:blipFill>
          <a:blip r:embed="rId3">
            <a:alphaModFix/>
          </a:blip>
          <a:stretch>
            <a:fillRect/>
          </a:stretch>
        </p:blipFill>
        <p:spPr>
          <a:xfrm>
            <a:off x="5479600" y="1269150"/>
            <a:ext cx="4248301" cy="37623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g3a39b102941_1_154"/>
          <p:cNvSpPr txBox="1"/>
          <p:nvPr>
            <p:ph type="title"/>
          </p:nvPr>
        </p:nvSpPr>
        <p:spPr>
          <a:xfrm>
            <a:off x="343303" y="490077"/>
            <a:ext cx="9384600" cy="630600"/>
          </a:xfrm>
          <a:prstGeom prst="rect">
            <a:avLst/>
          </a:prstGeom>
        </p:spPr>
        <p:txBody>
          <a:bodyPr anchorCtr="0" anchor="ctr" bIns="100700" lIns="100700" spcFirstLastPara="1" rIns="100700" wrap="square" tIns="100700">
            <a:normAutofit/>
          </a:bodyPr>
          <a:lstStyle/>
          <a:p>
            <a:pPr indent="0" lvl="0" marL="0" rtl="0" algn="ctr">
              <a:spcBef>
                <a:spcPts val="0"/>
              </a:spcBef>
              <a:spcAft>
                <a:spcPts val="0"/>
              </a:spcAft>
              <a:buSzPts val="990"/>
              <a:buNone/>
            </a:pPr>
            <a:r>
              <a:rPr lang="en-US" sz="2690">
                <a:solidFill>
                  <a:schemeClr val="accent4"/>
                </a:solidFill>
                <a:latin typeface="Cinzel"/>
                <a:ea typeface="Cinzel"/>
                <a:cs typeface="Cinzel"/>
                <a:sym typeface="Cinzel"/>
              </a:rPr>
              <a:t>ML </a:t>
            </a:r>
            <a:r>
              <a:rPr lang="en-US" sz="2690">
                <a:solidFill>
                  <a:schemeClr val="lt2"/>
                </a:solidFill>
                <a:latin typeface="Cinzel"/>
                <a:ea typeface="Cinzel"/>
                <a:cs typeface="Cinzel"/>
                <a:sym typeface="Cinzel"/>
              </a:rPr>
              <a:t>|</a:t>
            </a:r>
            <a:r>
              <a:rPr lang="en-US" sz="2690">
                <a:latin typeface="Cinzel"/>
                <a:ea typeface="Cinzel"/>
                <a:cs typeface="Cinzel"/>
                <a:sym typeface="Cinzel"/>
              </a:rPr>
              <a:t> Conceitos básicos</a:t>
            </a:r>
            <a:endParaRPr sz="2690">
              <a:latin typeface="Cinzel"/>
              <a:ea typeface="Cinzel"/>
              <a:cs typeface="Cinzel"/>
              <a:sym typeface="Cinzel"/>
            </a:endParaRPr>
          </a:p>
        </p:txBody>
      </p:sp>
      <p:sp>
        <p:nvSpPr>
          <p:cNvPr id="261" name="Google Shape;261;g3a39b102941_1_154"/>
          <p:cNvSpPr txBox="1"/>
          <p:nvPr>
            <p:ph idx="1" type="body"/>
          </p:nvPr>
        </p:nvSpPr>
        <p:spPr>
          <a:xfrm>
            <a:off x="343303" y="1269145"/>
            <a:ext cx="9384600" cy="3762300"/>
          </a:xfrm>
          <a:prstGeom prst="rect">
            <a:avLst/>
          </a:prstGeom>
        </p:spPr>
        <p:txBody>
          <a:bodyPr anchorCtr="0" anchor="t" bIns="100700" lIns="100700" spcFirstLastPara="1" rIns="100700" wrap="square" tIns="100700">
            <a:noAutofit/>
          </a:bodyPr>
          <a:lstStyle/>
          <a:p>
            <a:pPr indent="0" lvl="0" marL="0" rtl="0" algn="ctr">
              <a:lnSpc>
                <a:spcPct val="105000"/>
              </a:lnSpc>
              <a:spcBef>
                <a:spcPts val="0"/>
              </a:spcBef>
              <a:spcAft>
                <a:spcPts val="0"/>
              </a:spcAft>
              <a:buSzPts val="1018"/>
              <a:buNone/>
            </a:pPr>
            <a:r>
              <a:rPr lang="en-US">
                <a:latin typeface="Comfortaa"/>
                <a:ea typeface="Comfortaa"/>
                <a:cs typeface="Comfortaa"/>
                <a:sym typeface="Comfortaa"/>
              </a:rPr>
              <a:t>Em um geral sobre os conceitos mais básicos de ML, ja vimos durante esse tutorial, agora iremos ver um pouco sobre os tipos de aprendizado que vamos ter:</a:t>
            </a:r>
            <a:endParaRPr>
              <a:latin typeface="Comfortaa"/>
              <a:ea typeface="Comfortaa"/>
              <a:cs typeface="Comfortaa"/>
              <a:sym typeface="Comfortaa"/>
            </a:endParaRPr>
          </a:p>
          <a:p>
            <a:pPr indent="-355600" lvl="0" marL="457200" rtl="0" algn="ctr">
              <a:lnSpc>
                <a:spcPct val="105000"/>
              </a:lnSpc>
              <a:spcBef>
                <a:spcPts val="0"/>
              </a:spcBef>
              <a:spcAft>
                <a:spcPts val="0"/>
              </a:spcAft>
              <a:buSzPts val="2000"/>
              <a:buFont typeface="Comfortaa"/>
              <a:buAutoNum type="arabicPeriod"/>
            </a:pPr>
            <a:r>
              <a:rPr b="1" lang="en-US">
                <a:latin typeface="Comfortaa"/>
                <a:ea typeface="Comfortaa"/>
                <a:cs typeface="Comfortaa"/>
                <a:sym typeface="Comfortaa"/>
              </a:rPr>
              <a:t>Aprendizado supervisionado: </a:t>
            </a:r>
            <a:r>
              <a:rPr lang="en-US">
                <a:latin typeface="Comfortaa"/>
                <a:ea typeface="Comfortaa"/>
                <a:cs typeface="Comfortaa"/>
                <a:sym typeface="Comfortaa"/>
              </a:rPr>
              <a:t>usa dados rotulados para treinar modelos que aprendem a prever ou classificar.</a:t>
            </a:r>
            <a:endParaRPr>
              <a:latin typeface="Comfortaa"/>
              <a:ea typeface="Comfortaa"/>
              <a:cs typeface="Comfortaa"/>
              <a:sym typeface="Comfortaa"/>
            </a:endParaRPr>
          </a:p>
          <a:p>
            <a:pPr indent="-355600" lvl="0" marL="457200" rtl="0" algn="ctr">
              <a:lnSpc>
                <a:spcPct val="105000"/>
              </a:lnSpc>
              <a:spcBef>
                <a:spcPts val="0"/>
              </a:spcBef>
              <a:spcAft>
                <a:spcPts val="0"/>
              </a:spcAft>
              <a:buSzPts val="2000"/>
              <a:buFont typeface="Comfortaa"/>
              <a:buAutoNum type="arabicPeriod"/>
            </a:pPr>
            <a:r>
              <a:rPr b="1" lang="en-US">
                <a:latin typeface="Comfortaa"/>
                <a:ea typeface="Comfortaa"/>
                <a:cs typeface="Comfortaa"/>
                <a:sym typeface="Comfortaa"/>
              </a:rPr>
              <a:t>Aprendizado não supervisionado:</a:t>
            </a:r>
            <a:r>
              <a:rPr lang="en-US">
                <a:latin typeface="Comfortaa"/>
                <a:ea typeface="Comfortaa"/>
                <a:cs typeface="Comfortaa"/>
                <a:sym typeface="Comfortaa"/>
              </a:rPr>
              <a:t> encontra padrões e grupos em dados não rotulados.</a:t>
            </a:r>
            <a:endParaRPr>
              <a:latin typeface="Comfortaa"/>
              <a:ea typeface="Comfortaa"/>
              <a:cs typeface="Comfortaa"/>
              <a:sym typeface="Comfortaa"/>
            </a:endParaRPr>
          </a:p>
          <a:p>
            <a:pPr indent="-355600" lvl="0" marL="457200" rtl="0" algn="ctr">
              <a:lnSpc>
                <a:spcPct val="105000"/>
              </a:lnSpc>
              <a:spcBef>
                <a:spcPts val="0"/>
              </a:spcBef>
              <a:spcAft>
                <a:spcPts val="0"/>
              </a:spcAft>
              <a:buSzPts val="2000"/>
              <a:buFont typeface="Comfortaa"/>
              <a:buAutoNum type="arabicPeriod"/>
            </a:pPr>
            <a:r>
              <a:rPr b="1" lang="en-US">
                <a:latin typeface="Comfortaa"/>
                <a:ea typeface="Comfortaa"/>
                <a:cs typeface="Comfortaa"/>
                <a:sym typeface="Comfortaa"/>
              </a:rPr>
              <a:t>Aprendizado semi-supervisionado:</a:t>
            </a:r>
            <a:r>
              <a:rPr lang="en-US">
                <a:latin typeface="Comfortaa"/>
                <a:ea typeface="Comfortaa"/>
                <a:cs typeface="Comfortaa"/>
                <a:sym typeface="Comfortaa"/>
              </a:rPr>
              <a:t> combina poucos dados rotulados com muitos não rotulados para melhorar o aprendizado.</a:t>
            </a:r>
            <a:endParaRPr>
              <a:latin typeface="Comfortaa"/>
              <a:ea typeface="Comfortaa"/>
              <a:cs typeface="Comfortaa"/>
              <a:sym typeface="Comfortaa"/>
            </a:endParaRPr>
          </a:p>
          <a:p>
            <a:pPr indent="-355600" lvl="0" marL="457200" rtl="0" algn="ctr">
              <a:lnSpc>
                <a:spcPct val="105000"/>
              </a:lnSpc>
              <a:spcBef>
                <a:spcPts val="0"/>
              </a:spcBef>
              <a:spcAft>
                <a:spcPts val="0"/>
              </a:spcAft>
              <a:buSzPts val="2000"/>
              <a:buFont typeface="Comfortaa"/>
              <a:buAutoNum type="arabicPeriod"/>
            </a:pPr>
            <a:r>
              <a:rPr b="1" lang="en-US">
                <a:latin typeface="Comfortaa"/>
                <a:ea typeface="Comfortaa"/>
                <a:cs typeface="Comfortaa"/>
                <a:sym typeface="Comfortaa"/>
              </a:rPr>
              <a:t>Aprendizado por reforço: </a:t>
            </a:r>
            <a:r>
              <a:rPr lang="en-US">
                <a:latin typeface="Comfortaa"/>
                <a:ea typeface="Comfortaa"/>
                <a:cs typeface="Comfortaa"/>
                <a:sym typeface="Comfortaa"/>
              </a:rPr>
              <a:t>aprende por tentativa e erro usando recompensas para definir as melhores ações.</a:t>
            </a:r>
            <a:endParaRPr>
              <a:latin typeface="Comfortaa"/>
              <a:ea typeface="Comfortaa"/>
              <a:cs typeface="Comfortaa"/>
              <a:sym typeface="Comfortaa"/>
            </a:endParaRPr>
          </a:p>
          <a:p>
            <a:pPr indent="0" lvl="0" marL="0" rtl="0" algn="ctr">
              <a:lnSpc>
                <a:spcPct val="105000"/>
              </a:lnSpc>
              <a:spcBef>
                <a:spcPts val="0"/>
              </a:spcBef>
              <a:spcAft>
                <a:spcPts val="0"/>
              </a:spcAft>
              <a:buSzPts val="1018"/>
              <a:buNone/>
            </a:pPr>
            <a:r>
              <a:t/>
            </a:r>
            <a:endParaRPr>
              <a:latin typeface="Comfortaa"/>
              <a:ea typeface="Comfortaa"/>
              <a:cs typeface="Comfortaa"/>
              <a:sym typeface="Comfortaa"/>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g3a39b102941_1_169"/>
          <p:cNvSpPr txBox="1"/>
          <p:nvPr>
            <p:ph type="title"/>
          </p:nvPr>
        </p:nvSpPr>
        <p:spPr>
          <a:xfrm>
            <a:off x="343303" y="2368590"/>
            <a:ext cx="9384600" cy="927000"/>
          </a:xfrm>
          <a:prstGeom prst="rect">
            <a:avLst/>
          </a:prstGeom>
        </p:spPr>
        <p:txBody>
          <a:bodyPr anchorCtr="0" anchor="ctr" bIns="100700" lIns="100700" spcFirstLastPara="1" rIns="100700" wrap="square" tIns="100700">
            <a:normAutofit/>
          </a:bodyPr>
          <a:lstStyle/>
          <a:p>
            <a:pPr indent="0" lvl="0" marL="0" rtl="0" algn="ctr">
              <a:spcBef>
                <a:spcPts val="0"/>
              </a:spcBef>
              <a:spcAft>
                <a:spcPts val="0"/>
              </a:spcAft>
              <a:buNone/>
            </a:pPr>
            <a:r>
              <a:rPr lang="en-US">
                <a:latin typeface="Comfortaa Medium"/>
                <a:ea typeface="Comfortaa Medium"/>
                <a:cs typeface="Comfortaa Medium"/>
                <a:sym typeface="Comfortaa Medium"/>
              </a:rPr>
              <a:t>Laboratório Prático</a:t>
            </a:r>
            <a:endParaRPr>
              <a:latin typeface="Comfortaa Medium"/>
              <a:ea typeface="Comfortaa Medium"/>
              <a:cs typeface="Comfortaa Medium"/>
              <a:sym typeface="Comfortaa Medium"/>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g3a39b102941_1_173"/>
          <p:cNvSpPr txBox="1"/>
          <p:nvPr>
            <p:ph type="title"/>
          </p:nvPr>
        </p:nvSpPr>
        <p:spPr>
          <a:xfrm>
            <a:off x="343303" y="490077"/>
            <a:ext cx="9384600" cy="630600"/>
          </a:xfrm>
          <a:prstGeom prst="rect">
            <a:avLst/>
          </a:prstGeom>
        </p:spPr>
        <p:txBody>
          <a:bodyPr anchorCtr="0" anchor="t" bIns="100700" lIns="100700" spcFirstLastPara="1" rIns="100700" wrap="square" tIns="100700">
            <a:normAutofit fontScale="90000"/>
          </a:bodyPr>
          <a:lstStyle/>
          <a:p>
            <a:pPr indent="0" lvl="0" marL="0" rtl="0" algn="ctr">
              <a:spcBef>
                <a:spcPts val="0"/>
              </a:spcBef>
              <a:spcAft>
                <a:spcPts val="0"/>
              </a:spcAft>
              <a:buNone/>
            </a:pPr>
            <a:r>
              <a:rPr lang="en-US" sz="2690">
                <a:solidFill>
                  <a:schemeClr val="accent4"/>
                </a:solidFill>
                <a:latin typeface="Cinzel"/>
                <a:ea typeface="Cinzel"/>
                <a:cs typeface="Cinzel"/>
                <a:sym typeface="Cinzel"/>
              </a:rPr>
              <a:t>Laboratório prático</a:t>
            </a:r>
            <a:r>
              <a:rPr lang="en-US" sz="2690">
                <a:solidFill>
                  <a:schemeClr val="accent4"/>
                </a:solidFill>
                <a:latin typeface="Cinzel"/>
                <a:ea typeface="Cinzel"/>
                <a:cs typeface="Cinzel"/>
                <a:sym typeface="Cinzel"/>
              </a:rPr>
              <a:t> </a:t>
            </a:r>
            <a:r>
              <a:rPr lang="en-US" sz="2690">
                <a:solidFill>
                  <a:schemeClr val="lt2"/>
                </a:solidFill>
                <a:latin typeface="Cinzel"/>
                <a:ea typeface="Cinzel"/>
                <a:cs typeface="Cinzel"/>
                <a:sym typeface="Cinzel"/>
              </a:rPr>
              <a:t>|</a:t>
            </a:r>
            <a:r>
              <a:rPr lang="en-US" sz="2690">
                <a:latin typeface="Cinzel"/>
                <a:ea typeface="Cinzel"/>
                <a:cs typeface="Cinzel"/>
                <a:sym typeface="Cinzel"/>
              </a:rPr>
              <a:t> Arquitetura Base</a:t>
            </a:r>
            <a:endParaRPr sz="2690">
              <a:latin typeface="Cinzel"/>
              <a:ea typeface="Cinzel"/>
              <a:cs typeface="Cinzel"/>
              <a:sym typeface="Cinzel"/>
            </a:endParaRPr>
          </a:p>
          <a:p>
            <a:pPr indent="0" lvl="0" marL="0" rtl="0" algn="l">
              <a:spcBef>
                <a:spcPts val="0"/>
              </a:spcBef>
              <a:spcAft>
                <a:spcPts val="0"/>
              </a:spcAft>
              <a:buNone/>
            </a:pPr>
            <a:r>
              <a:t/>
            </a:r>
            <a:endParaRPr/>
          </a:p>
        </p:txBody>
      </p:sp>
      <p:sp>
        <p:nvSpPr>
          <p:cNvPr id="272" name="Google Shape;272;g3a39b102941_1_173"/>
          <p:cNvSpPr txBox="1"/>
          <p:nvPr>
            <p:ph idx="1" type="body"/>
          </p:nvPr>
        </p:nvSpPr>
        <p:spPr>
          <a:xfrm>
            <a:off x="343301" y="1269150"/>
            <a:ext cx="9384600" cy="3762300"/>
          </a:xfrm>
          <a:prstGeom prst="rect">
            <a:avLst/>
          </a:prstGeom>
        </p:spPr>
        <p:txBody>
          <a:bodyPr anchorCtr="0" anchor="t" bIns="100700" lIns="100700" spcFirstLastPara="1" rIns="100700" wrap="square" tIns="100700">
            <a:normAutofit/>
          </a:bodyPr>
          <a:lstStyle/>
          <a:p>
            <a:pPr indent="-355600" lvl="0" marL="457200" rtl="0" algn="l">
              <a:spcBef>
                <a:spcPts val="0"/>
              </a:spcBef>
              <a:spcAft>
                <a:spcPts val="0"/>
              </a:spcAft>
              <a:buSzPts val="2000"/>
              <a:buFont typeface="Comfortaa"/>
              <a:buAutoNum type="arabicPeriod"/>
            </a:pPr>
            <a:r>
              <a:rPr b="1" lang="en-US" sz="2000">
                <a:latin typeface="Comfortaa"/>
                <a:ea typeface="Comfortaa"/>
                <a:cs typeface="Comfortaa"/>
                <a:sym typeface="Comfortaa"/>
              </a:rPr>
              <a:t>Pré-Processamento (PLN Tradicional): </a:t>
            </a:r>
            <a:r>
              <a:rPr lang="en-US" sz="2000">
                <a:latin typeface="Comfortaa"/>
                <a:ea typeface="Comfortaa"/>
                <a:cs typeface="Comfortaa"/>
                <a:sym typeface="Comfortaa"/>
              </a:rPr>
              <a:t>Aqui acontecem as transformações rápidas e baratas. Porque as LLMs funcionam muito melhor quando o texto está limpo e </a:t>
            </a:r>
            <a:r>
              <a:rPr lang="en-US" sz="2000">
                <a:latin typeface="Comfortaa"/>
                <a:ea typeface="Comfortaa"/>
                <a:cs typeface="Comfortaa"/>
                <a:sym typeface="Comfortaa"/>
              </a:rPr>
              <a:t>padronizado</a:t>
            </a:r>
            <a:r>
              <a:rPr lang="en-US" sz="2000">
                <a:latin typeface="Comfortaa"/>
                <a:ea typeface="Comfortaa"/>
                <a:cs typeface="Comfortaa"/>
                <a:sym typeface="Comfortaa"/>
              </a:rPr>
              <a:t>.</a:t>
            </a:r>
            <a:endParaRPr sz="2000">
              <a:latin typeface="Comfortaa"/>
              <a:ea typeface="Comfortaa"/>
              <a:cs typeface="Comfortaa"/>
              <a:sym typeface="Comfortaa"/>
            </a:endParaRPr>
          </a:p>
          <a:p>
            <a:pPr indent="0" lvl="0" marL="457200" rtl="0" algn="l">
              <a:spcBef>
                <a:spcPts val="0"/>
              </a:spcBef>
              <a:spcAft>
                <a:spcPts val="0"/>
              </a:spcAft>
              <a:buNone/>
            </a:pPr>
            <a:r>
              <a:t/>
            </a:r>
            <a:endParaRPr b="1" sz="2000">
              <a:latin typeface="Comfortaa"/>
              <a:ea typeface="Comfortaa"/>
              <a:cs typeface="Comfortaa"/>
              <a:sym typeface="Comfortaa"/>
            </a:endParaRPr>
          </a:p>
          <a:p>
            <a:pPr indent="-355600" lvl="0" marL="457200" rtl="0" algn="l">
              <a:spcBef>
                <a:spcPts val="0"/>
              </a:spcBef>
              <a:spcAft>
                <a:spcPts val="0"/>
              </a:spcAft>
              <a:buSzPts val="2000"/>
              <a:buFont typeface="Comfortaa"/>
              <a:buAutoNum type="arabicPeriod"/>
            </a:pPr>
            <a:r>
              <a:rPr b="1" lang="en-US" sz="2000">
                <a:latin typeface="Comfortaa"/>
                <a:ea typeface="Comfortaa"/>
                <a:cs typeface="Comfortaa"/>
                <a:sym typeface="Comfortaa"/>
              </a:rPr>
              <a:t>Análise Leve (PLN Clássico): </a:t>
            </a:r>
            <a:r>
              <a:rPr lang="en-US" sz="2000">
                <a:latin typeface="Comfortaa"/>
                <a:ea typeface="Comfortaa"/>
                <a:cs typeface="Comfortaa"/>
                <a:sym typeface="Comfortaa"/>
              </a:rPr>
              <a:t>Aqui usamos técnicas rápidas para uma primeira classificação, sendo uma classificação inicial positiva, negativa e neutra.</a:t>
            </a:r>
            <a:endParaRPr sz="2000">
              <a:latin typeface="Comfortaa"/>
              <a:ea typeface="Comfortaa"/>
              <a:cs typeface="Comfortaa"/>
              <a:sym typeface="Comfortaa"/>
            </a:endParaRPr>
          </a:p>
          <a:p>
            <a:pPr indent="0" lvl="0" marL="457200" rtl="0" algn="l">
              <a:spcBef>
                <a:spcPts val="0"/>
              </a:spcBef>
              <a:spcAft>
                <a:spcPts val="0"/>
              </a:spcAft>
              <a:buNone/>
            </a:pPr>
            <a:r>
              <a:t/>
            </a:r>
            <a:endParaRPr b="1" sz="2000">
              <a:latin typeface="Comfortaa"/>
              <a:ea typeface="Comfortaa"/>
              <a:cs typeface="Comfortaa"/>
              <a:sym typeface="Comfortaa"/>
            </a:endParaRPr>
          </a:p>
          <a:p>
            <a:pPr indent="-355600" lvl="0" marL="457200" rtl="0" algn="l">
              <a:spcBef>
                <a:spcPts val="0"/>
              </a:spcBef>
              <a:spcAft>
                <a:spcPts val="0"/>
              </a:spcAft>
              <a:buSzPts val="2000"/>
              <a:buFont typeface="Comfortaa"/>
              <a:buAutoNum type="arabicPeriod"/>
            </a:pPr>
            <a:r>
              <a:rPr b="1" lang="en-US" sz="2000">
                <a:latin typeface="Comfortaa"/>
                <a:ea typeface="Comfortaa"/>
                <a:cs typeface="Comfortaa"/>
                <a:sym typeface="Comfortaa"/>
              </a:rPr>
              <a:t>Análise Avançada (LLM): </a:t>
            </a:r>
            <a:r>
              <a:rPr lang="en-US" sz="2000">
                <a:latin typeface="Comfortaa"/>
                <a:ea typeface="Comfortaa"/>
                <a:cs typeface="Comfortaa"/>
                <a:sym typeface="Comfortaa"/>
              </a:rPr>
              <a:t>Usamos modelos grandes para analisar apenas os textos </a:t>
            </a:r>
            <a:r>
              <a:rPr lang="en-US" sz="2000">
                <a:latin typeface="Comfortaa"/>
                <a:ea typeface="Comfortaa"/>
                <a:cs typeface="Comfortaa"/>
                <a:sym typeface="Comfortaa"/>
              </a:rPr>
              <a:t>difíceis</a:t>
            </a:r>
            <a:r>
              <a:rPr lang="en-US" sz="2000">
                <a:latin typeface="Comfortaa"/>
                <a:ea typeface="Comfortaa"/>
                <a:cs typeface="Comfortaa"/>
                <a:sym typeface="Comfortaa"/>
              </a:rPr>
              <a:t> e gerar a classificação.</a:t>
            </a:r>
            <a:endParaRPr sz="2000">
              <a:latin typeface="Comfortaa"/>
              <a:ea typeface="Comfortaa"/>
              <a:cs typeface="Comfortaa"/>
              <a:sym typeface="Comfortaa"/>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g3a39b102941_1_184"/>
          <p:cNvSpPr txBox="1"/>
          <p:nvPr>
            <p:ph type="title"/>
          </p:nvPr>
        </p:nvSpPr>
        <p:spPr>
          <a:xfrm>
            <a:off x="343303" y="2368590"/>
            <a:ext cx="9384600" cy="927000"/>
          </a:xfrm>
          <a:prstGeom prst="rect">
            <a:avLst/>
          </a:prstGeom>
        </p:spPr>
        <p:txBody>
          <a:bodyPr anchorCtr="0" anchor="ctr" bIns="100700" lIns="100700" spcFirstLastPara="1" rIns="100700" wrap="square" tIns="100700">
            <a:normAutofit/>
          </a:bodyPr>
          <a:lstStyle/>
          <a:p>
            <a:pPr indent="0" lvl="0" marL="0" rtl="0" algn="ctr">
              <a:spcBef>
                <a:spcPts val="0"/>
              </a:spcBef>
              <a:spcAft>
                <a:spcPts val="0"/>
              </a:spcAft>
              <a:buNone/>
            </a:pPr>
            <a:r>
              <a:rPr lang="en-US">
                <a:latin typeface="Comfortaa Medium"/>
                <a:ea typeface="Comfortaa Medium"/>
                <a:cs typeface="Comfortaa Medium"/>
                <a:sym typeface="Comfortaa Medium"/>
              </a:rPr>
              <a:t>Avaliações e boas práticas</a:t>
            </a:r>
            <a:endParaRPr>
              <a:latin typeface="Comfortaa Medium"/>
              <a:ea typeface="Comfortaa Medium"/>
              <a:cs typeface="Comfortaa Medium"/>
              <a:sym typeface="Comfortaa Medium"/>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g3a39b102941_1_188"/>
          <p:cNvSpPr txBox="1"/>
          <p:nvPr>
            <p:ph type="title"/>
          </p:nvPr>
        </p:nvSpPr>
        <p:spPr>
          <a:xfrm>
            <a:off x="343303" y="490077"/>
            <a:ext cx="9384600" cy="630600"/>
          </a:xfrm>
          <a:prstGeom prst="rect">
            <a:avLst/>
          </a:prstGeom>
        </p:spPr>
        <p:txBody>
          <a:bodyPr anchorCtr="0" anchor="ctr" bIns="100700" lIns="100700" spcFirstLastPara="1" rIns="100700" wrap="square" tIns="100700">
            <a:normAutofit/>
          </a:bodyPr>
          <a:lstStyle/>
          <a:p>
            <a:pPr indent="0" lvl="0" marL="0" rtl="0" algn="ctr">
              <a:spcBef>
                <a:spcPts val="0"/>
              </a:spcBef>
              <a:spcAft>
                <a:spcPts val="0"/>
              </a:spcAft>
              <a:buSzPts val="990"/>
              <a:buNone/>
            </a:pPr>
            <a:r>
              <a:rPr lang="en-US" sz="2690">
                <a:solidFill>
                  <a:schemeClr val="accent4"/>
                </a:solidFill>
                <a:latin typeface="Cinzel"/>
                <a:ea typeface="Cinzel"/>
                <a:cs typeface="Cinzel"/>
                <a:sym typeface="Cinzel"/>
              </a:rPr>
              <a:t>Avaliação </a:t>
            </a:r>
            <a:r>
              <a:rPr lang="en-US" sz="2690">
                <a:solidFill>
                  <a:schemeClr val="lt2"/>
                </a:solidFill>
                <a:latin typeface="Cinzel"/>
                <a:ea typeface="Cinzel"/>
                <a:cs typeface="Cinzel"/>
                <a:sym typeface="Cinzel"/>
              </a:rPr>
              <a:t>|</a:t>
            </a:r>
            <a:r>
              <a:rPr lang="en-US" sz="2690">
                <a:latin typeface="Cinzel"/>
                <a:ea typeface="Cinzel"/>
                <a:cs typeface="Cinzel"/>
                <a:sym typeface="Cinzel"/>
              </a:rPr>
              <a:t> Desempenho do sistema</a:t>
            </a:r>
            <a:endParaRPr sz="2690">
              <a:latin typeface="Cinzel"/>
              <a:ea typeface="Cinzel"/>
              <a:cs typeface="Cinzel"/>
              <a:sym typeface="Cinzel"/>
            </a:endParaRPr>
          </a:p>
        </p:txBody>
      </p:sp>
      <p:sp>
        <p:nvSpPr>
          <p:cNvPr id="283" name="Google Shape;283;g3a39b102941_1_188"/>
          <p:cNvSpPr txBox="1"/>
          <p:nvPr>
            <p:ph idx="1" type="body"/>
          </p:nvPr>
        </p:nvSpPr>
        <p:spPr>
          <a:xfrm>
            <a:off x="343303" y="1269145"/>
            <a:ext cx="9384600" cy="3762300"/>
          </a:xfrm>
          <a:prstGeom prst="rect">
            <a:avLst/>
          </a:prstGeom>
        </p:spPr>
        <p:txBody>
          <a:bodyPr anchorCtr="0" anchor="t" bIns="100700" lIns="100700" spcFirstLastPara="1" rIns="100700" wrap="square" tIns="100700">
            <a:normAutofit lnSpcReduction="10000"/>
          </a:bodyPr>
          <a:lstStyle/>
          <a:p>
            <a:pPr indent="0" lvl="0" marL="0" rtl="0" algn="ctr">
              <a:spcBef>
                <a:spcPts val="0"/>
              </a:spcBef>
              <a:spcAft>
                <a:spcPts val="0"/>
              </a:spcAft>
              <a:buNone/>
            </a:pPr>
            <a:r>
              <a:rPr lang="en-US">
                <a:latin typeface="Comfortaa"/>
                <a:ea typeface="Comfortaa"/>
                <a:cs typeface="Comfortaa"/>
                <a:sym typeface="Comfortaa"/>
              </a:rPr>
              <a:t>Nós iremos possuir algumas métricas para conferir o desempenho de um sistema, sendo elas::</a:t>
            </a:r>
            <a:endParaRPr>
              <a:latin typeface="Comfortaa"/>
              <a:ea typeface="Comfortaa"/>
              <a:cs typeface="Comfortaa"/>
              <a:sym typeface="Comfortaa"/>
            </a:endParaRPr>
          </a:p>
          <a:p>
            <a:pPr indent="-355600" lvl="0" marL="457200" rtl="0" algn="ctr">
              <a:spcBef>
                <a:spcPts val="0"/>
              </a:spcBef>
              <a:spcAft>
                <a:spcPts val="0"/>
              </a:spcAft>
              <a:buSzPts val="2000"/>
              <a:buFont typeface="Comfortaa"/>
              <a:buAutoNum type="arabicPeriod"/>
            </a:pPr>
            <a:r>
              <a:rPr lang="en-US">
                <a:latin typeface="Comfortaa"/>
                <a:ea typeface="Comfortaa"/>
                <a:cs typeface="Comfortaa"/>
                <a:sym typeface="Comfortaa"/>
              </a:rPr>
              <a:t>Acurácia: Taxa de acertos</a:t>
            </a:r>
            <a:endParaRPr>
              <a:latin typeface="Comfortaa"/>
              <a:ea typeface="Comfortaa"/>
              <a:cs typeface="Comfortaa"/>
              <a:sym typeface="Comfortaa"/>
            </a:endParaRPr>
          </a:p>
          <a:p>
            <a:pPr indent="0" lvl="0" marL="457200" rtl="0" algn="ctr">
              <a:spcBef>
                <a:spcPts val="0"/>
              </a:spcBef>
              <a:spcAft>
                <a:spcPts val="0"/>
              </a:spcAft>
              <a:buNone/>
            </a:pPr>
            <a:r>
              <a:t/>
            </a:r>
            <a:endParaRPr>
              <a:latin typeface="Comfortaa"/>
              <a:ea typeface="Comfortaa"/>
              <a:cs typeface="Comfortaa"/>
              <a:sym typeface="Comfortaa"/>
            </a:endParaRPr>
          </a:p>
          <a:p>
            <a:pPr indent="-355600" lvl="0" marL="457200" rtl="0" algn="ctr">
              <a:spcBef>
                <a:spcPts val="0"/>
              </a:spcBef>
              <a:spcAft>
                <a:spcPts val="0"/>
              </a:spcAft>
              <a:buSzPts val="2000"/>
              <a:buFont typeface="Comfortaa"/>
              <a:buAutoNum type="arabicPeriod"/>
            </a:pPr>
            <a:r>
              <a:rPr lang="en-US">
                <a:latin typeface="Comfortaa"/>
                <a:ea typeface="Comfortaa"/>
                <a:cs typeface="Comfortaa"/>
                <a:sym typeface="Comfortaa"/>
              </a:rPr>
              <a:t>Precisão: Confiabilidade das previsões positivas</a:t>
            </a:r>
            <a:endParaRPr>
              <a:latin typeface="Comfortaa"/>
              <a:ea typeface="Comfortaa"/>
              <a:cs typeface="Comfortaa"/>
              <a:sym typeface="Comfortaa"/>
            </a:endParaRPr>
          </a:p>
          <a:p>
            <a:pPr indent="0" lvl="0" marL="457200" rtl="0" algn="ctr">
              <a:spcBef>
                <a:spcPts val="0"/>
              </a:spcBef>
              <a:spcAft>
                <a:spcPts val="0"/>
              </a:spcAft>
              <a:buNone/>
            </a:pPr>
            <a:r>
              <a:t/>
            </a:r>
            <a:endParaRPr>
              <a:latin typeface="Comfortaa"/>
              <a:ea typeface="Comfortaa"/>
              <a:cs typeface="Comfortaa"/>
              <a:sym typeface="Comfortaa"/>
            </a:endParaRPr>
          </a:p>
          <a:p>
            <a:pPr indent="-355600" lvl="0" marL="457200" rtl="0" algn="ctr">
              <a:spcBef>
                <a:spcPts val="0"/>
              </a:spcBef>
              <a:spcAft>
                <a:spcPts val="0"/>
              </a:spcAft>
              <a:buSzPts val="2000"/>
              <a:buFont typeface="Comfortaa"/>
              <a:buAutoNum type="arabicPeriod"/>
            </a:pPr>
            <a:r>
              <a:rPr lang="en-US">
                <a:latin typeface="Comfortaa"/>
                <a:ea typeface="Comfortaa"/>
                <a:cs typeface="Comfortaa"/>
                <a:sym typeface="Comfortaa"/>
              </a:rPr>
              <a:t>Recall: Cobertura dos casos </a:t>
            </a:r>
            <a:r>
              <a:rPr lang="en-US">
                <a:latin typeface="Comfortaa"/>
                <a:ea typeface="Comfortaa"/>
                <a:cs typeface="Comfortaa"/>
                <a:sym typeface="Comfortaa"/>
              </a:rPr>
              <a:t>positivos</a:t>
            </a:r>
            <a:endParaRPr>
              <a:latin typeface="Comfortaa"/>
              <a:ea typeface="Comfortaa"/>
              <a:cs typeface="Comfortaa"/>
              <a:sym typeface="Comfortaa"/>
            </a:endParaRPr>
          </a:p>
          <a:p>
            <a:pPr indent="0" lvl="0" marL="457200" rtl="0" algn="ctr">
              <a:spcBef>
                <a:spcPts val="0"/>
              </a:spcBef>
              <a:spcAft>
                <a:spcPts val="0"/>
              </a:spcAft>
              <a:buNone/>
            </a:pPr>
            <a:r>
              <a:t/>
            </a:r>
            <a:endParaRPr>
              <a:latin typeface="Comfortaa"/>
              <a:ea typeface="Comfortaa"/>
              <a:cs typeface="Comfortaa"/>
              <a:sym typeface="Comfortaa"/>
            </a:endParaRPr>
          </a:p>
          <a:p>
            <a:pPr indent="-355600" lvl="0" marL="457200" rtl="0" algn="ctr">
              <a:spcBef>
                <a:spcPts val="0"/>
              </a:spcBef>
              <a:spcAft>
                <a:spcPts val="0"/>
              </a:spcAft>
              <a:buSzPts val="2000"/>
              <a:buFont typeface="Comfortaa"/>
              <a:buAutoNum type="arabicPeriod"/>
            </a:pPr>
            <a:r>
              <a:rPr lang="en-US">
                <a:latin typeface="Comfortaa"/>
                <a:ea typeface="Comfortaa"/>
                <a:cs typeface="Comfortaa"/>
                <a:sym typeface="Comfortaa"/>
              </a:rPr>
              <a:t>F1-Score: Balanço entre previsão e recall</a:t>
            </a:r>
            <a:endParaRPr>
              <a:latin typeface="Comfortaa"/>
              <a:ea typeface="Comfortaa"/>
              <a:cs typeface="Comfortaa"/>
              <a:sym typeface="Comfortaa"/>
            </a:endParaRPr>
          </a:p>
          <a:p>
            <a:pPr indent="0" lvl="0" marL="457200" rtl="0" algn="ctr">
              <a:spcBef>
                <a:spcPts val="0"/>
              </a:spcBef>
              <a:spcAft>
                <a:spcPts val="0"/>
              </a:spcAft>
              <a:buNone/>
            </a:pPr>
            <a:r>
              <a:t/>
            </a:r>
            <a:endParaRPr>
              <a:latin typeface="Comfortaa"/>
              <a:ea typeface="Comfortaa"/>
              <a:cs typeface="Comfortaa"/>
              <a:sym typeface="Comfortaa"/>
            </a:endParaRPr>
          </a:p>
          <a:p>
            <a:pPr indent="-355600" lvl="0" marL="457200" rtl="0" algn="ctr">
              <a:spcBef>
                <a:spcPts val="0"/>
              </a:spcBef>
              <a:spcAft>
                <a:spcPts val="0"/>
              </a:spcAft>
              <a:buSzPts val="2000"/>
              <a:buFont typeface="Comfortaa"/>
              <a:buAutoNum type="arabicPeriod"/>
            </a:pPr>
            <a:r>
              <a:rPr lang="en-US">
                <a:latin typeface="Comfortaa"/>
                <a:ea typeface="Comfortaa"/>
                <a:cs typeface="Comfortaa"/>
                <a:sym typeface="Comfortaa"/>
              </a:rPr>
              <a:t>Tempo médio de inferência: Rapidez do modelo</a:t>
            </a:r>
            <a:endParaRPr>
              <a:latin typeface="Comfortaa"/>
              <a:ea typeface="Comfortaa"/>
              <a:cs typeface="Comfortaa"/>
              <a:sym typeface="Comfortaa"/>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g3a39b102941_1_193"/>
          <p:cNvSpPr txBox="1"/>
          <p:nvPr>
            <p:ph type="title"/>
          </p:nvPr>
        </p:nvSpPr>
        <p:spPr>
          <a:xfrm>
            <a:off x="343303" y="490077"/>
            <a:ext cx="9384600" cy="630600"/>
          </a:xfrm>
          <a:prstGeom prst="rect">
            <a:avLst/>
          </a:prstGeom>
        </p:spPr>
        <p:txBody>
          <a:bodyPr anchorCtr="0" anchor="ctr" bIns="100700" lIns="100700" spcFirstLastPara="1" rIns="100700" wrap="square" tIns="100700">
            <a:normAutofit/>
          </a:bodyPr>
          <a:lstStyle/>
          <a:p>
            <a:pPr indent="0" lvl="0" marL="0" rtl="0" algn="ctr">
              <a:spcBef>
                <a:spcPts val="0"/>
              </a:spcBef>
              <a:spcAft>
                <a:spcPts val="0"/>
              </a:spcAft>
              <a:buSzPts val="990"/>
              <a:buNone/>
            </a:pPr>
            <a:r>
              <a:rPr lang="en-US" sz="2690">
                <a:solidFill>
                  <a:schemeClr val="accent4"/>
                </a:solidFill>
                <a:latin typeface="Cinzel"/>
                <a:ea typeface="Cinzel"/>
                <a:cs typeface="Cinzel"/>
                <a:sym typeface="Cinzel"/>
              </a:rPr>
              <a:t>Avaliação </a:t>
            </a:r>
            <a:r>
              <a:rPr lang="en-US" sz="2690">
                <a:solidFill>
                  <a:schemeClr val="lt2"/>
                </a:solidFill>
                <a:latin typeface="Cinzel"/>
                <a:ea typeface="Cinzel"/>
                <a:cs typeface="Cinzel"/>
                <a:sym typeface="Cinzel"/>
              </a:rPr>
              <a:t>|</a:t>
            </a:r>
            <a:r>
              <a:rPr lang="en-US" sz="2690">
                <a:latin typeface="Cinzel"/>
                <a:ea typeface="Cinzel"/>
                <a:cs typeface="Cinzel"/>
                <a:sym typeface="Cinzel"/>
              </a:rPr>
              <a:t> Custos e Limitações</a:t>
            </a:r>
            <a:endParaRPr sz="2690">
              <a:latin typeface="Cinzel"/>
              <a:ea typeface="Cinzel"/>
              <a:cs typeface="Cinzel"/>
              <a:sym typeface="Cinzel"/>
            </a:endParaRPr>
          </a:p>
        </p:txBody>
      </p:sp>
      <p:sp>
        <p:nvSpPr>
          <p:cNvPr id="289" name="Google Shape;289;g3a39b102941_1_193"/>
          <p:cNvSpPr txBox="1"/>
          <p:nvPr>
            <p:ph idx="1" type="body"/>
          </p:nvPr>
        </p:nvSpPr>
        <p:spPr>
          <a:xfrm>
            <a:off x="343303" y="1269145"/>
            <a:ext cx="9384600" cy="3762300"/>
          </a:xfrm>
          <a:prstGeom prst="rect">
            <a:avLst/>
          </a:prstGeom>
        </p:spPr>
        <p:txBody>
          <a:bodyPr anchorCtr="0" anchor="t" bIns="100700" lIns="100700" spcFirstLastPara="1" rIns="100700" wrap="square" tIns="100700">
            <a:normAutofit lnSpcReduction="20000"/>
          </a:bodyPr>
          <a:lstStyle/>
          <a:p>
            <a:pPr indent="0" lvl="0" marL="0" rtl="0" algn="ctr">
              <a:spcBef>
                <a:spcPts val="0"/>
              </a:spcBef>
              <a:spcAft>
                <a:spcPts val="0"/>
              </a:spcAft>
              <a:buNone/>
            </a:pPr>
            <a:r>
              <a:rPr lang="en-US">
                <a:latin typeface="Comfortaa"/>
                <a:ea typeface="Comfortaa"/>
                <a:cs typeface="Comfortaa"/>
                <a:sym typeface="Comfortaa"/>
              </a:rPr>
              <a:t>Quando estamos falando sobre utilizar LLMs de grandes empresas como OpenIA, iremos possuir um custo considerável que pode custar de US$ 0,03 a US$ 0,12 por 1k de tokens, quando nos colocamos isso em uma ideia de que vamos possuir uma aplicação rodando 24/7 podemos ter um custo considerável ao utilizar LLMs de grandes empresas.</a:t>
            </a:r>
            <a:endParaRPr>
              <a:latin typeface="Comfortaa"/>
              <a:ea typeface="Comfortaa"/>
              <a:cs typeface="Comfortaa"/>
              <a:sym typeface="Comfortaa"/>
            </a:endParaRPr>
          </a:p>
          <a:p>
            <a:pPr indent="0" lvl="0" marL="0" rtl="0" algn="ctr">
              <a:spcBef>
                <a:spcPts val="0"/>
              </a:spcBef>
              <a:spcAft>
                <a:spcPts val="0"/>
              </a:spcAft>
              <a:buNone/>
            </a:pPr>
            <a:r>
              <a:t/>
            </a:r>
            <a:endParaRPr>
              <a:latin typeface="Comfortaa"/>
              <a:ea typeface="Comfortaa"/>
              <a:cs typeface="Comfortaa"/>
              <a:sym typeface="Comfortaa"/>
            </a:endParaRPr>
          </a:p>
          <a:p>
            <a:pPr indent="0" lvl="0" marL="0" rtl="0" algn="ctr">
              <a:spcBef>
                <a:spcPts val="0"/>
              </a:spcBef>
              <a:spcAft>
                <a:spcPts val="0"/>
              </a:spcAft>
              <a:buNone/>
            </a:pPr>
            <a:r>
              <a:rPr lang="en-US">
                <a:latin typeface="Comfortaa"/>
                <a:ea typeface="Comfortaa"/>
                <a:cs typeface="Comfortaa"/>
                <a:sym typeface="Comfortaa"/>
              </a:rPr>
              <a:t>Porém quando pensamos em utilizar LLMs abertas entramos no víes das limitações, onde modelos como BERT ou BLOOM precisam de GPUs com pelo menos 8GB de VRAM e existem modelos como o BLOOM-176B que podem chegar a ocupar mais de 350GB no armazenamento do computador.</a:t>
            </a:r>
            <a:endParaRPr>
              <a:latin typeface="Comfortaa"/>
              <a:ea typeface="Comfortaa"/>
              <a:cs typeface="Comfortaa"/>
              <a:sym typeface="Comfortaa"/>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g3a39b102941_1_198"/>
          <p:cNvSpPr txBox="1"/>
          <p:nvPr>
            <p:ph type="title"/>
          </p:nvPr>
        </p:nvSpPr>
        <p:spPr>
          <a:xfrm>
            <a:off x="343303" y="490077"/>
            <a:ext cx="9384600" cy="630600"/>
          </a:xfrm>
          <a:prstGeom prst="rect">
            <a:avLst/>
          </a:prstGeom>
        </p:spPr>
        <p:txBody>
          <a:bodyPr anchorCtr="0" anchor="ctr" bIns="100700" lIns="100700" spcFirstLastPara="1" rIns="100700" wrap="square" tIns="100700">
            <a:normAutofit/>
          </a:bodyPr>
          <a:lstStyle/>
          <a:p>
            <a:pPr indent="0" lvl="0" marL="0" rtl="0" algn="ctr">
              <a:spcBef>
                <a:spcPts val="0"/>
              </a:spcBef>
              <a:spcAft>
                <a:spcPts val="0"/>
              </a:spcAft>
              <a:buSzPts val="990"/>
              <a:buNone/>
            </a:pPr>
            <a:r>
              <a:rPr lang="en-US" sz="2690">
                <a:solidFill>
                  <a:schemeClr val="accent4"/>
                </a:solidFill>
                <a:latin typeface="Cinzel"/>
                <a:ea typeface="Cinzel"/>
                <a:cs typeface="Cinzel"/>
                <a:sym typeface="Cinzel"/>
              </a:rPr>
              <a:t>Boas Práticas</a:t>
            </a:r>
            <a:r>
              <a:rPr lang="en-US" sz="2690">
                <a:solidFill>
                  <a:schemeClr val="accent4"/>
                </a:solidFill>
                <a:latin typeface="Cinzel"/>
                <a:ea typeface="Cinzel"/>
                <a:cs typeface="Cinzel"/>
                <a:sym typeface="Cinzel"/>
              </a:rPr>
              <a:t> </a:t>
            </a:r>
            <a:r>
              <a:rPr lang="en-US" sz="2690">
                <a:solidFill>
                  <a:schemeClr val="lt2"/>
                </a:solidFill>
                <a:latin typeface="Cinzel"/>
                <a:ea typeface="Cinzel"/>
                <a:cs typeface="Cinzel"/>
                <a:sym typeface="Cinzel"/>
              </a:rPr>
              <a:t>|</a:t>
            </a:r>
            <a:r>
              <a:rPr lang="en-US" sz="2690">
                <a:latin typeface="Cinzel"/>
                <a:ea typeface="Cinzel"/>
                <a:cs typeface="Cinzel"/>
                <a:sym typeface="Cinzel"/>
              </a:rPr>
              <a:t> Boas Práticas</a:t>
            </a:r>
            <a:endParaRPr sz="2690">
              <a:latin typeface="Cinzel"/>
              <a:ea typeface="Cinzel"/>
              <a:cs typeface="Cinzel"/>
              <a:sym typeface="Cinzel"/>
            </a:endParaRPr>
          </a:p>
        </p:txBody>
      </p:sp>
      <p:sp>
        <p:nvSpPr>
          <p:cNvPr id="295" name="Google Shape;295;g3a39b102941_1_198"/>
          <p:cNvSpPr txBox="1"/>
          <p:nvPr>
            <p:ph idx="1" type="body"/>
          </p:nvPr>
        </p:nvSpPr>
        <p:spPr>
          <a:xfrm>
            <a:off x="343303" y="1269145"/>
            <a:ext cx="9384600" cy="3762300"/>
          </a:xfrm>
          <a:prstGeom prst="rect">
            <a:avLst/>
          </a:prstGeom>
        </p:spPr>
        <p:txBody>
          <a:bodyPr anchorCtr="0" anchor="t" bIns="100700" lIns="100700" spcFirstLastPara="1" rIns="100700" wrap="square" tIns="100700">
            <a:normAutofit/>
          </a:bodyPr>
          <a:lstStyle/>
          <a:p>
            <a:pPr indent="0" lvl="0" marL="0" rtl="0" algn="ctr">
              <a:spcBef>
                <a:spcPts val="0"/>
              </a:spcBef>
              <a:spcAft>
                <a:spcPts val="0"/>
              </a:spcAft>
              <a:buNone/>
            </a:pPr>
            <a:r>
              <a:rPr lang="en-US" sz="2200">
                <a:latin typeface="Comfortaa"/>
                <a:ea typeface="Comfortaa"/>
                <a:cs typeface="Comfortaa"/>
                <a:sym typeface="Comfortaa"/>
              </a:rPr>
              <a:t>Podemos separar as boas práticas em 6 partes principais, cada um sendo uma área que iremos trabalhar, sendo elas:</a:t>
            </a:r>
            <a:endParaRPr sz="2200">
              <a:latin typeface="Comfortaa"/>
              <a:ea typeface="Comfortaa"/>
              <a:cs typeface="Comfortaa"/>
              <a:sym typeface="Comfortaa"/>
            </a:endParaRPr>
          </a:p>
          <a:p>
            <a:pPr indent="0" lvl="0" marL="0" rtl="0" algn="ctr">
              <a:spcBef>
                <a:spcPts val="0"/>
              </a:spcBef>
              <a:spcAft>
                <a:spcPts val="0"/>
              </a:spcAft>
              <a:buNone/>
            </a:pPr>
            <a:r>
              <a:t/>
            </a:r>
            <a:endParaRPr sz="2200">
              <a:latin typeface="Comfortaa"/>
              <a:ea typeface="Comfortaa"/>
              <a:cs typeface="Comfortaa"/>
              <a:sym typeface="Comfortaa"/>
            </a:endParaRPr>
          </a:p>
          <a:p>
            <a:pPr indent="-368300" lvl="0" marL="457200" rtl="0" algn="ctr">
              <a:spcBef>
                <a:spcPts val="0"/>
              </a:spcBef>
              <a:spcAft>
                <a:spcPts val="0"/>
              </a:spcAft>
              <a:buSzPts val="2200"/>
              <a:buFont typeface="Comfortaa"/>
              <a:buAutoNum type="arabicPeriod"/>
            </a:pPr>
            <a:r>
              <a:rPr lang="en-US" sz="2200">
                <a:latin typeface="Comfortaa"/>
                <a:ea typeface="Comfortaa"/>
                <a:cs typeface="Comfortaa"/>
                <a:sym typeface="Comfortaa"/>
              </a:rPr>
              <a:t>Qualidade e Preparação de Dados</a:t>
            </a:r>
            <a:endParaRPr sz="2200">
              <a:latin typeface="Comfortaa"/>
              <a:ea typeface="Comfortaa"/>
              <a:cs typeface="Comfortaa"/>
              <a:sym typeface="Comfortaa"/>
            </a:endParaRPr>
          </a:p>
          <a:p>
            <a:pPr indent="-368300" lvl="0" marL="457200" rtl="0" algn="ctr">
              <a:spcBef>
                <a:spcPts val="0"/>
              </a:spcBef>
              <a:spcAft>
                <a:spcPts val="0"/>
              </a:spcAft>
              <a:buSzPts val="2200"/>
              <a:buFont typeface="Comfortaa"/>
              <a:buAutoNum type="arabicPeriod"/>
            </a:pPr>
            <a:r>
              <a:rPr lang="en-US" sz="2200">
                <a:latin typeface="Comfortaa"/>
                <a:ea typeface="Comfortaa"/>
                <a:cs typeface="Comfortaa"/>
                <a:sym typeface="Comfortaa"/>
              </a:rPr>
              <a:t>Monitoramento de Vieses</a:t>
            </a:r>
            <a:endParaRPr sz="2200">
              <a:latin typeface="Comfortaa"/>
              <a:ea typeface="Comfortaa"/>
              <a:cs typeface="Comfortaa"/>
              <a:sym typeface="Comfortaa"/>
            </a:endParaRPr>
          </a:p>
          <a:p>
            <a:pPr indent="-368300" lvl="0" marL="457200" rtl="0" algn="ctr">
              <a:spcBef>
                <a:spcPts val="0"/>
              </a:spcBef>
              <a:spcAft>
                <a:spcPts val="0"/>
              </a:spcAft>
              <a:buSzPts val="2200"/>
              <a:buFont typeface="Comfortaa"/>
              <a:buAutoNum type="arabicPeriod"/>
            </a:pPr>
            <a:r>
              <a:rPr lang="en-US" sz="2200">
                <a:latin typeface="Comfortaa"/>
                <a:ea typeface="Comfortaa"/>
                <a:cs typeface="Comfortaa"/>
                <a:sym typeface="Comfortaa"/>
              </a:rPr>
              <a:t>Documentação e Rastreabilidade</a:t>
            </a:r>
            <a:endParaRPr sz="2200">
              <a:latin typeface="Comfortaa"/>
              <a:ea typeface="Comfortaa"/>
              <a:cs typeface="Comfortaa"/>
              <a:sym typeface="Comfortaa"/>
            </a:endParaRPr>
          </a:p>
          <a:p>
            <a:pPr indent="-368300" lvl="0" marL="457200" rtl="0" algn="ctr">
              <a:spcBef>
                <a:spcPts val="0"/>
              </a:spcBef>
              <a:spcAft>
                <a:spcPts val="0"/>
              </a:spcAft>
              <a:buSzPts val="2200"/>
              <a:buFont typeface="Comfortaa"/>
              <a:buAutoNum type="arabicPeriod"/>
            </a:pPr>
            <a:r>
              <a:rPr lang="en-US" sz="2200">
                <a:latin typeface="Comfortaa"/>
                <a:ea typeface="Comfortaa"/>
                <a:cs typeface="Comfortaa"/>
                <a:sym typeface="Comfortaa"/>
              </a:rPr>
              <a:t>Otimização com prompt engineering</a:t>
            </a:r>
            <a:endParaRPr sz="2200">
              <a:latin typeface="Comfortaa"/>
              <a:ea typeface="Comfortaa"/>
              <a:cs typeface="Comfortaa"/>
              <a:sym typeface="Comfortaa"/>
            </a:endParaRPr>
          </a:p>
          <a:p>
            <a:pPr indent="-368300" lvl="0" marL="457200" rtl="0" algn="ctr">
              <a:spcBef>
                <a:spcPts val="0"/>
              </a:spcBef>
              <a:spcAft>
                <a:spcPts val="0"/>
              </a:spcAft>
              <a:buSzPts val="2200"/>
              <a:buFont typeface="Comfortaa"/>
              <a:buAutoNum type="arabicPeriod"/>
            </a:pPr>
            <a:r>
              <a:rPr lang="en-US" sz="2200">
                <a:latin typeface="Comfortaa"/>
                <a:ea typeface="Comfortaa"/>
                <a:cs typeface="Comfortaa"/>
                <a:sym typeface="Comfortaa"/>
              </a:rPr>
              <a:t>Engajamento com a comunidade</a:t>
            </a:r>
            <a:endParaRPr sz="2200">
              <a:latin typeface="Comfortaa"/>
              <a:ea typeface="Comfortaa"/>
              <a:cs typeface="Comfortaa"/>
              <a:sym typeface="Comfortaa"/>
            </a:endParaRPr>
          </a:p>
          <a:p>
            <a:pPr indent="-368300" lvl="0" marL="457200" rtl="0" algn="ctr">
              <a:spcBef>
                <a:spcPts val="0"/>
              </a:spcBef>
              <a:spcAft>
                <a:spcPts val="0"/>
              </a:spcAft>
              <a:buSzPts val="2200"/>
              <a:buFont typeface="Comfortaa"/>
              <a:buAutoNum type="arabicPeriod"/>
            </a:pPr>
            <a:r>
              <a:rPr lang="en-US" sz="2200">
                <a:latin typeface="Comfortaa"/>
                <a:ea typeface="Comfortaa"/>
                <a:cs typeface="Comfortaa"/>
                <a:sym typeface="Comfortaa"/>
              </a:rPr>
              <a:t>Ciclo de melhoria contínua</a:t>
            </a:r>
            <a:endParaRPr sz="2200">
              <a:latin typeface="Comfortaa"/>
              <a:ea typeface="Comfortaa"/>
              <a:cs typeface="Comfortaa"/>
              <a:sym typeface="Comfortaa"/>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g3a39b102941_1_203"/>
          <p:cNvSpPr txBox="1"/>
          <p:nvPr>
            <p:ph type="title"/>
          </p:nvPr>
        </p:nvSpPr>
        <p:spPr>
          <a:xfrm>
            <a:off x="343303" y="2368590"/>
            <a:ext cx="9384600" cy="927000"/>
          </a:xfrm>
          <a:prstGeom prst="rect">
            <a:avLst/>
          </a:prstGeom>
        </p:spPr>
        <p:txBody>
          <a:bodyPr anchorCtr="0" anchor="ctr" bIns="100700" lIns="100700" spcFirstLastPara="1" rIns="100700" wrap="square" tIns="100700">
            <a:normAutofit/>
          </a:bodyPr>
          <a:lstStyle/>
          <a:p>
            <a:pPr indent="0" lvl="0" marL="0" rtl="0" algn="ctr">
              <a:spcBef>
                <a:spcPts val="0"/>
              </a:spcBef>
              <a:spcAft>
                <a:spcPts val="0"/>
              </a:spcAft>
              <a:buNone/>
            </a:pPr>
            <a:r>
              <a:rPr lang="en-US">
                <a:latin typeface="Comfortaa Medium"/>
                <a:ea typeface="Comfortaa Medium"/>
                <a:cs typeface="Comfortaa Medium"/>
                <a:sym typeface="Comfortaa Medium"/>
              </a:rPr>
              <a:t>Discussão e Q&amp;A</a:t>
            </a:r>
            <a:endParaRPr>
              <a:latin typeface="Comfortaa Medium"/>
              <a:ea typeface="Comfortaa Medium"/>
              <a:cs typeface="Comfortaa Medium"/>
              <a:sym typeface="Comfortaa Medium"/>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g3a39b102941_1_211"/>
          <p:cNvSpPr txBox="1"/>
          <p:nvPr>
            <p:ph type="title"/>
          </p:nvPr>
        </p:nvSpPr>
        <p:spPr>
          <a:xfrm>
            <a:off x="343299" y="611850"/>
            <a:ext cx="4228800" cy="832200"/>
          </a:xfrm>
          <a:prstGeom prst="rect">
            <a:avLst/>
          </a:prstGeom>
          <a:solidFill>
            <a:schemeClr val="accent4"/>
          </a:solidFill>
        </p:spPr>
        <p:txBody>
          <a:bodyPr anchorCtr="0" anchor="ctr" bIns="100700" lIns="100700" spcFirstLastPara="1" rIns="100700" wrap="square" tIns="100700">
            <a:normAutofit fontScale="90000"/>
          </a:bodyPr>
          <a:lstStyle/>
          <a:p>
            <a:pPr indent="0" lvl="0" marL="0" rtl="0" algn="ctr">
              <a:spcBef>
                <a:spcPts val="0"/>
              </a:spcBef>
              <a:spcAft>
                <a:spcPts val="0"/>
              </a:spcAft>
              <a:buNone/>
            </a:pPr>
            <a:r>
              <a:rPr lang="en-US">
                <a:latin typeface="Cinzel"/>
                <a:ea typeface="Cinzel"/>
                <a:cs typeface="Cinzel"/>
                <a:sym typeface="Cinzel"/>
              </a:rPr>
              <a:t>Ficamos por aqui!</a:t>
            </a:r>
            <a:endParaRPr>
              <a:latin typeface="Cinzel"/>
              <a:ea typeface="Cinzel"/>
              <a:cs typeface="Cinzel"/>
              <a:sym typeface="Cinzel"/>
            </a:endParaRPr>
          </a:p>
          <a:p>
            <a:pPr indent="0" lvl="0" marL="0" rtl="0" algn="ctr">
              <a:spcBef>
                <a:spcPts val="0"/>
              </a:spcBef>
              <a:spcAft>
                <a:spcPts val="0"/>
              </a:spcAft>
              <a:buNone/>
            </a:pPr>
            <a:r>
              <a:rPr lang="en-US">
                <a:latin typeface="Cinzel"/>
                <a:ea typeface="Cinzel"/>
                <a:cs typeface="Cinzel"/>
                <a:sym typeface="Cinzel"/>
              </a:rPr>
              <a:t>QUalquer dúvida:</a:t>
            </a:r>
            <a:endParaRPr>
              <a:latin typeface="Cinzel"/>
              <a:ea typeface="Cinzel"/>
              <a:cs typeface="Cinzel"/>
              <a:sym typeface="Cinzel"/>
            </a:endParaRPr>
          </a:p>
        </p:txBody>
      </p:sp>
      <p:sp>
        <p:nvSpPr>
          <p:cNvPr id="306" name="Google Shape;306;g3a39b102941_1_211"/>
          <p:cNvSpPr txBox="1"/>
          <p:nvPr>
            <p:ph idx="1" type="body"/>
          </p:nvPr>
        </p:nvSpPr>
        <p:spPr>
          <a:xfrm>
            <a:off x="343299" y="1530275"/>
            <a:ext cx="4228800" cy="3501300"/>
          </a:xfrm>
          <a:prstGeom prst="rect">
            <a:avLst/>
          </a:prstGeom>
        </p:spPr>
        <p:txBody>
          <a:bodyPr anchorCtr="0" anchor="ctr" bIns="100700" lIns="100700" spcFirstLastPara="1" rIns="100700" wrap="square" tIns="100700">
            <a:normAutofit/>
          </a:bodyPr>
          <a:lstStyle/>
          <a:p>
            <a:pPr indent="0" lvl="0" marL="0" rtl="0" algn="ctr">
              <a:spcBef>
                <a:spcPts val="0"/>
              </a:spcBef>
              <a:spcAft>
                <a:spcPts val="0"/>
              </a:spcAft>
              <a:buNone/>
            </a:pPr>
            <a:r>
              <a:rPr lang="en-US" sz="1900">
                <a:latin typeface="Comfortaa"/>
                <a:ea typeface="Comfortaa"/>
                <a:cs typeface="Comfortaa"/>
                <a:sym typeface="Comfortaa"/>
              </a:rPr>
              <a:t>(31) 99998-1418</a:t>
            </a:r>
            <a:endParaRPr sz="1900">
              <a:latin typeface="Comfortaa"/>
              <a:ea typeface="Comfortaa"/>
              <a:cs typeface="Comfortaa"/>
              <a:sym typeface="Comfortaa"/>
            </a:endParaRPr>
          </a:p>
          <a:p>
            <a:pPr indent="0" lvl="0" marL="0" rtl="0" algn="ctr">
              <a:spcBef>
                <a:spcPts val="0"/>
              </a:spcBef>
              <a:spcAft>
                <a:spcPts val="0"/>
              </a:spcAft>
              <a:buNone/>
            </a:pPr>
            <a:r>
              <a:t/>
            </a:r>
            <a:endParaRPr sz="1900">
              <a:latin typeface="Comfortaa"/>
              <a:ea typeface="Comfortaa"/>
              <a:cs typeface="Comfortaa"/>
              <a:sym typeface="Comfortaa"/>
            </a:endParaRPr>
          </a:p>
          <a:p>
            <a:pPr indent="0" lvl="0" marL="0" rtl="0" algn="ctr">
              <a:spcBef>
                <a:spcPts val="0"/>
              </a:spcBef>
              <a:spcAft>
                <a:spcPts val="0"/>
              </a:spcAft>
              <a:buNone/>
            </a:pPr>
            <a:r>
              <a:rPr lang="en-US" sz="1900" u="sng">
                <a:solidFill>
                  <a:schemeClr val="hlink"/>
                </a:solidFill>
                <a:latin typeface="Comfortaa"/>
                <a:ea typeface="Comfortaa"/>
                <a:cs typeface="Comfortaa"/>
                <a:sym typeface="Comfortaa"/>
                <a:hlinkClick r:id="rId3"/>
              </a:rPr>
              <a:t>bernardocmfgomes@gmail.com</a:t>
            </a:r>
            <a:endParaRPr sz="1900">
              <a:latin typeface="Comfortaa"/>
              <a:ea typeface="Comfortaa"/>
              <a:cs typeface="Comfortaa"/>
              <a:sym typeface="Comfortaa"/>
            </a:endParaRPr>
          </a:p>
          <a:p>
            <a:pPr indent="0" lvl="0" marL="0" rtl="0" algn="ctr">
              <a:spcBef>
                <a:spcPts val="0"/>
              </a:spcBef>
              <a:spcAft>
                <a:spcPts val="0"/>
              </a:spcAft>
              <a:buNone/>
            </a:pPr>
            <a:r>
              <a:t/>
            </a:r>
            <a:endParaRPr sz="1900">
              <a:latin typeface="Comfortaa"/>
              <a:ea typeface="Comfortaa"/>
              <a:cs typeface="Comfortaa"/>
              <a:sym typeface="Comfortaa"/>
            </a:endParaRPr>
          </a:p>
          <a:p>
            <a:pPr indent="0" lvl="0" marL="0" rtl="0" algn="ctr">
              <a:spcBef>
                <a:spcPts val="0"/>
              </a:spcBef>
              <a:spcAft>
                <a:spcPts val="0"/>
              </a:spcAft>
              <a:buNone/>
            </a:pPr>
            <a:r>
              <a:rPr lang="en-US" sz="1900">
                <a:latin typeface="Roboto Mono"/>
                <a:ea typeface="Roboto Mono"/>
                <a:cs typeface="Roboto Mono"/>
                <a:sym typeface="Roboto Mono"/>
              </a:rPr>
              <a:t>@bernardocastro___</a:t>
            </a:r>
            <a:endParaRPr sz="1900">
              <a:latin typeface="Roboto Mono"/>
              <a:ea typeface="Roboto Mono"/>
              <a:cs typeface="Roboto Mono"/>
              <a:sym typeface="Roboto Mono"/>
            </a:endParaRPr>
          </a:p>
          <a:p>
            <a:pPr indent="0" lvl="0" marL="0" rtl="0" algn="ctr">
              <a:spcBef>
                <a:spcPts val="0"/>
              </a:spcBef>
              <a:spcAft>
                <a:spcPts val="0"/>
              </a:spcAft>
              <a:buNone/>
            </a:pPr>
            <a:r>
              <a:rPr lang="en-US" sz="1900">
                <a:latin typeface="Roboto Mono"/>
                <a:ea typeface="Roboto Mono"/>
                <a:cs typeface="Roboto Mono"/>
                <a:sym typeface="Roboto Mono"/>
              </a:rPr>
              <a:t>@bernardoodev</a:t>
            </a:r>
            <a:endParaRPr sz="1900">
              <a:latin typeface="Roboto Mono"/>
              <a:ea typeface="Roboto Mono"/>
              <a:cs typeface="Roboto Mono"/>
              <a:sym typeface="Roboto Mono"/>
            </a:endParaRPr>
          </a:p>
        </p:txBody>
      </p:sp>
      <p:pic>
        <p:nvPicPr>
          <p:cNvPr id="307" name="Google Shape;307;g3a39b102941_1_211" title="bernardodev.png"/>
          <p:cNvPicPr preferRelativeResize="0"/>
          <p:nvPr/>
        </p:nvPicPr>
        <p:blipFill>
          <a:blip r:embed="rId4">
            <a:alphaModFix/>
          </a:blip>
          <a:stretch>
            <a:fillRect/>
          </a:stretch>
        </p:blipFill>
        <p:spPr>
          <a:xfrm>
            <a:off x="4724499" y="152400"/>
            <a:ext cx="5194200" cy="5194200"/>
          </a:xfrm>
          <a:prstGeom prst="rect">
            <a:avLst/>
          </a:prstGeom>
          <a:noFill/>
          <a:ln>
            <a:noFill/>
          </a:ln>
        </p:spPr>
      </p:pic>
      <p:sp>
        <p:nvSpPr>
          <p:cNvPr id="308" name="Google Shape;308;g3a39b102941_1_211"/>
          <p:cNvSpPr/>
          <p:nvPr/>
        </p:nvSpPr>
        <p:spPr>
          <a:xfrm>
            <a:off x="4740075" y="231025"/>
            <a:ext cx="5138400" cy="51156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09" name="Google Shape;309;g3a39b102941_1_211" title="bernardodev.png"/>
          <p:cNvPicPr preferRelativeResize="0"/>
          <p:nvPr/>
        </p:nvPicPr>
        <p:blipFill>
          <a:blip r:embed="rId4">
            <a:alphaModFix/>
          </a:blip>
          <a:stretch>
            <a:fillRect/>
          </a:stretch>
        </p:blipFill>
        <p:spPr>
          <a:xfrm>
            <a:off x="4763800" y="231025"/>
            <a:ext cx="5115600" cy="51156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